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emf" ContentType="image/x-emf"/>
  <Default Extension="mp4" ContentType="video/mp4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3"/>
  </p:sldMasterIdLst>
  <p:notesMasterIdLst>
    <p:notesMasterId r:id="rId5"/>
  </p:notesMasterIdLst>
  <p:handoutMasterIdLst>
    <p:handoutMasterId r:id="rId23"/>
  </p:handoutMasterIdLst>
  <p:sldIdLst>
    <p:sldId id="289" r:id="rId4"/>
    <p:sldId id="258" r:id="rId6"/>
    <p:sldId id="260" r:id="rId7"/>
    <p:sldId id="259" r:id="rId8"/>
    <p:sldId id="278" r:id="rId9"/>
    <p:sldId id="318" r:id="rId10"/>
    <p:sldId id="273" r:id="rId11"/>
    <p:sldId id="279" r:id="rId12"/>
    <p:sldId id="274" r:id="rId13"/>
    <p:sldId id="319" r:id="rId14"/>
    <p:sldId id="325" r:id="rId15"/>
    <p:sldId id="321" r:id="rId16"/>
    <p:sldId id="322" r:id="rId17"/>
    <p:sldId id="280" r:id="rId18"/>
    <p:sldId id="263" r:id="rId19"/>
    <p:sldId id="324" r:id="rId20"/>
    <p:sldId id="326" r:id="rId21"/>
    <p:sldId id="315" r:id="rId22"/>
  </p:sldIdLst>
  <p:sldSz cx="12192000" cy="6858000"/>
  <p:notesSz cx="7103745" cy="10234295"/>
  <p:custDataLst>
    <p:tags r:id="rId2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26032"/>
    <a:srgbClr val="EEF7F6"/>
    <a:srgbClr val="74A899"/>
    <a:srgbClr val="CCE7E3"/>
    <a:srgbClr val="518173"/>
    <a:srgbClr val="9FC3B9"/>
    <a:srgbClr val="8AC7B2"/>
    <a:srgbClr val="CBE6DD"/>
    <a:srgbClr val="202020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080" autoAdjust="0"/>
    <p:restoredTop sz="94660"/>
  </p:normalViewPr>
  <p:slideViewPr>
    <p:cSldViewPr snapToGrid="0">
      <p:cViewPr varScale="1">
        <p:scale>
          <a:sx n="65" d="100"/>
          <a:sy n="65" d="100"/>
        </p:scale>
        <p:origin x="84" y="6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7" Type="http://schemas.openxmlformats.org/officeDocument/2006/relationships/tags" Target="tags/tag53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handoutMaster" Target="handoutMasters/handoutMaster1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1584" y="1279287"/>
            <a:ext cx="6140577" cy="3454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0375" y="4925254"/>
            <a:ext cx="5682996" cy="40297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5" Type="http://schemas.openxmlformats.org/officeDocument/2006/relationships/image" Target="../media/image4.emf"/><Relationship Id="rId4" Type="http://schemas.openxmlformats.org/officeDocument/2006/relationships/image" Target="../media/image3.emf"/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838200" y="1122680"/>
            <a:ext cx="105156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838200" y="3602355"/>
            <a:ext cx="10515600" cy="1655445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 advClick="0"/>
    </mc:Choice>
    <mc:Fallback>
      <p:transition spd="med" advClick="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197485"/>
            <a:ext cx="10515600" cy="1325563"/>
          </a:xfrm>
        </p:spPr>
        <p:txBody>
          <a:bodyPr anchor="b" anchorCtr="0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702435"/>
            <a:ext cx="10515600" cy="4474845"/>
          </a:xfrm>
        </p:spPr>
        <p:txBody>
          <a:bodyPr/>
          <a:lstStyle>
            <a:lvl2pPr>
              <a:defRPr/>
            </a:lvl2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 advClick="0"/>
    </mc:Choice>
    <mc:Fallback>
      <p:transition spd="med" advClick="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959100"/>
            <a:ext cx="10515600" cy="2781300"/>
          </a:xfrm>
        </p:spPr>
        <p:txBody>
          <a:bodyPr anchor="t" anchorCtr="0"/>
          <a:lstStyle>
            <a:lvl1pPr>
              <a:defRPr sz="48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722120"/>
            <a:ext cx="10515600" cy="1102995"/>
          </a:xfrm>
        </p:spPr>
        <p:txBody>
          <a:bodyPr lIns="144145" anchor="b" anchorCtr="0"/>
          <a:lstStyle>
            <a:lvl1pPr marL="0" indent="0">
              <a:buNone/>
              <a:defRPr sz="2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 advClick="0"/>
    </mc:Choice>
    <mc:Fallback>
      <p:transition spd="med" advClick="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 advClick="0"/>
    </mc:Choice>
    <mc:Fallback>
      <p:transition spd="med" advClick="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105" y="365125"/>
            <a:ext cx="10515600" cy="800100"/>
          </a:xfrm>
        </p:spPr>
        <p:txBody>
          <a:bodyPr anchor="ctr" anchorCtr="0"/>
          <a:lstStyle>
            <a:lvl1pPr algn="ctr"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470" y="1482090"/>
            <a:ext cx="5220970" cy="823595"/>
          </a:xfrm>
        </p:spPr>
        <p:txBody>
          <a:bodyPr anchor="ctr" anchorCtr="0"/>
          <a:lstStyle>
            <a:lvl1pPr marL="0" indent="0">
              <a:buNone/>
              <a:defRPr sz="3200">
                <a:solidFill>
                  <a:srgbClr val="0070C0"/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8200" y="2368550"/>
            <a:ext cx="5222240" cy="3820795"/>
          </a:xfrm>
        </p:spPr>
        <p:txBody>
          <a:bodyPr/>
          <a:lstStyle>
            <a:lvl1pPr>
              <a:defRPr sz="2800"/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56655" y="1482090"/>
            <a:ext cx="5097145" cy="823595"/>
          </a:xfrm>
        </p:spPr>
        <p:txBody>
          <a:bodyPr anchor="ctr" anchorCtr="0"/>
          <a:lstStyle>
            <a:lvl1pPr marL="0" indent="0">
              <a:buNone/>
              <a:defRPr sz="3200">
                <a:solidFill>
                  <a:srgbClr val="0070C0"/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56655" y="2368550"/>
            <a:ext cx="5097145" cy="3820795"/>
          </a:xfrm>
        </p:spPr>
        <p:txBody>
          <a:bodyPr/>
          <a:lstStyle>
            <a:lvl1pPr>
              <a:defRPr sz="2800"/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 advClick="0"/>
    </mc:Choice>
    <mc:Fallback>
      <p:transition spd="med" advClick="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197485"/>
            <a:ext cx="10515600" cy="1325563"/>
          </a:xfrm>
        </p:spPr>
        <p:txBody>
          <a:bodyPr anchor="b" anchorCtr="0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 advClick="0"/>
    </mc:Choice>
    <mc:Fallback>
      <p:transition spd="med" advClick="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 + 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-12700" y="-1905"/>
            <a:ext cx="7017385" cy="6861810"/>
          </a:xfrm>
          <a:noFill/>
        </p:spPr>
        <p:txBody>
          <a:bodyPr lIns="252095" tIns="144145"/>
          <a:lstStyle>
            <a:lvl1pPr marL="0" indent="0" algn="ctr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350125" y="457200"/>
            <a:ext cx="4392295" cy="105537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7349490" y="1694180"/>
            <a:ext cx="4393565" cy="4480560"/>
          </a:xfrm>
        </p:spPr>
        <p:txBody>
          <a:bodyPr/>
          <a:lstStyle>
            <a:lvl1pPr marL="0" indent="0"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 advClick="0"/>
    </mc:Choice>
    <mc:Fallback>
      <p:transition spd="med" advClick="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文本 + 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505" y="-7620"/>
            <a:ext cx="7017385" cy="6861810"/>
          </a:xfrm>
          <a:noFill/>
        </p:spPr>
        <p:txBody>
          <a:bodyPr lIns="252095" tIns="144145"/>
          <a:lstStyle>
            <a:lvl1pPr marL="0" indent="0" algn="ctr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09575" y="457200"/>
            <a:ext cx="4279900" cy="105537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09575" y="1694180"/>
            <a:ext cx="4280535" cy="4480560"/>
          </a:xfrm>
        </p:spPr>
        <p:txBody>
          <a:bodyPr/>
          <a:lstStyle>
            <a:lvl1pPr marL="0" indent="0"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 advClick="0"/>
    </mc:Choice>
    <mc:Fallback>
      <p:transition spd="med" advClick="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  <p:sp>
        <p:nvSpPr>
          <p:cNvPr id="3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7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 advClick="0"/>
    </mc:Choice>
    <mc:Fallback>
      <p:transition spd="med" advClick="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327025"/>
            <a:ext cx="10515600" cy="5850255"/>
          </a:xfrm>
        </p:spPr>
        <p:txBody>
          <a:bodyPr/>
          <a:lstStyle>
            <a:lvl2pPr>
              <a:defRPr/>
            </a:lvl2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 advClick="0"/>
    </mc:Choice>
    <mc:Fallback>
      <p:transition spd="med" advClick="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 advClick="0"/>
    </mc:Choice>
    <mc:Fallback>
      <p:transition spd="med" advClick="0"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CBE6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 advClick="0"/>
    </mc:Choice>
    <mc:Fallback>
      <p:transition spd="med" advClick="0"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 advClick="0"/>
    </mc:Choice>
    <mc:Fallback>
      <p:transition spd="med" advClick="0"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 advClick="0"/>
    </mc:Choice>
    <mc:Fallback>
      <p:transition spd="med" advClick="0"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 advClick="0"/>
    </mc:Choice>
    <mc:Fallback>
      <p:transition spd="med" advClick="0"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 advClick="0"/>
    </mc:Choice>
    <mc:Fallback>
      <p:transition spd="med" advClick="0"/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86774" y="1778438"/>
            <a:ext cx="4873574" cy="8239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86774" y="2665379"/>
            <a:ext cx="4873574" cy="35242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56938" y="1778438"/>
            <a:ext cx="4897576" cy="8239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56938" y="2665379"/>
            <a:ext cx="4897576" cy="35242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 advClick="0"/>
    </mc:Choice>
    <mc:Fallback>
      <p:transition spd="med" advClick="0"/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 advClick="0"/>
    </mc:Choice>
    <mc:Fallback>
      <p:transition spd="med" advClick="0"/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 advClick="0"/>
    </mc:Choice>
    <mc:Fallback>
      <p:transition spd="med" advClick="0"/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416534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4165349" cy="3811588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 advClick="0"/>
    </mc:Choice>
    <mc:Fallback>
      <p:transition spd="med" advClick="0"/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 advClick="0"/>
    </mc:Choice>
    <mc:Fallback>
      <p:transition spd="med" advClick="0"/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838200" y="365125"/>
            <a:ext cx="10515600" cy="58118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 advClick="0"/>
    </mc:Choice>
    <mc:Fallback>
      <p:transition spd="med" advClick="0"/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03717" y="-91017"/>
            <a:ext cx="12399435" cy="70231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图片 7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41517" y="298451"/>
            <a:ext cx="1365249" cy="11620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图片 8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217" y="5177367"/>
            <a:ext cx="2023533" cy="14245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图片 9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81684" y="5702300"/>
            <a:ext cx="1725083" cy="8995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 advClick="0"/>
    </mc:Choice>
    <mc:Fallback>
      <p:transition spd="med" advClick="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3" Type="http://schemas.openxmlformats.org/officeDocument/2006/relationships/theme" Target="../theme/theme2.xml"/><Relationship Id="rId12" Type="http://schemas.openxmlformats.org/officeDocument/2006/relationships/image" Target="../media/image5.png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>
          <a:gsLst>
            <a:gs pos="0">
              <a:schemeClr val="bg1">
                <a:lumMod val="95000"/>
              </a:schemeClr>
            </a:gs>
            <a:gs pos="100000">
              <a:schemeClr val="bg2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effectLst>
            <a:outerShdw blurRad="88900" dist="101600" dir="5400000" algn="ctr" rotWithShape="0">
              <a:srgbClr val="000000">
                <a:alpha val="2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</a:defRPr>
            </a:lvl1pPr>
          </a:lstStyle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</a:defRPr>
            </a:lvl1pPr>
          </a:lstStyle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mc:AlternateContent xmlns:mc="http://schemas.openxmlformats.org/markup-compatibility/2006">
    <mc:Choice xmlns:p14="http://schemas.microsoft.com/office/powerpoint/2010/main" Requires="p14">
      <p:transition spd="med" p14:dur="699" advClick="0"/>
    </mc:Choice>
    <mc:Fallback>
      <p:transition spd="med" advClick="0"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rgbClr val="202020"/>
          </a:solidFill>
          <a:effectLst>
            <a:outerShdw blurRad="50800" dist="38100" dir="5400000" algn="t" rotWithShape="0">
              <a:prstClr val="black">
                <a:alpha val="20000"/>
              </a:prstClr>
            </a:outerShdw>
          </a:effectLst>
          <a:latin typeface="微软雅黑" panose="020B0503020204020204" charset="-122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75000"/>
        <a:buFont typeface="Arial" panose="020B0604020202020204" pitchFamily="34" charset="0"/>
        <a:buChar char="•"/>
        <a:defRPr sz="2800" kern="1200">
          <a:solidFill>
            <a:schemeClr val="tx1">
              <a:lumMod val="85000"/>
              <a:lumOff val="15000"/>
            </a:schemeClr>
          </a:solidFill>
          <a:latin typeface="微软雅黑" panose="020B0503020204020204" charset="-122"/>
          <a:ea typeface="微软雅黑" panose="020B0503020204020204" charset="-122"/>
          <a:cs typeface="+mn-cs"/>
        </a:defRPr>
      </a:lvl1pPr>
      <a:lvl2pPr marL="575945" indent="-228600" algn="l" defTabSz="914400" rtl="0" eaLnBrk="1" fontAlgn="auto" latinLnBrk="0" hangingPunct="1">
        <a:lnSpc>
          <a:spcPct val="120000"/>
        </a:lnSpc>
        <a:spcBef>
          <a:spcPts val="500"/>
        </a:spcBef>
        <a:buSzPct val="75000"/>
        <a:buFont typeface="Arial" panose="020B0604020202020204" pitchFamily="34" charset="0"/>
        <a:buChar char="•"/>
        <a:defRPr sz="2200" kern="1200">
          <a:solidFill>
            <a:schemeClr val="tx1">
              <a:lumMod val="75000"/>
              <a:lumOff val="25000"/>
            </a:schemeClr>
          </a:solidFill>
          <a:latin typeface="微软雅黑" panose="020B0503020204020204" charset="-122"/>
          <a:ea typeface="微软雅黑" panose="020B0503020204020204" charset="-122"/>
          <a:cs typeface="+mn-cs"/>
        </a:defRPr>
      </a:lvl2pPr>
      <a:lvl3pPr marL="1007745" indent="-228600" algn="l" defTabSz="914400" rtl="0" eaLnBrk="1" fontAlgn="auto" latinLnBrk="0" hangingPunct="1">
        <a:lnSpc>
          <a:spcPct val="120000"/>
        </a:lnSpc>
        <a:spcBef>
          <a:spcPts val="500"/>
        </a:spcBef>
        <a:buSzPct val="75000"/>
        <a:buFont typeface="Arial" panose="020B0604020202020204" pitchFamily="34" charset="0"/>
        <a:buChar char="‒"/>
        <a:defRPr sz="2000" kern="1200">
          <a:solidFill>
            <a:schemeClr val="tx1">
              <a:lumMod val="65000"/>
              <a:lumOff val="35000"/>
            </a:schemeClr>
          </a:solidFill>
          <a:latin typeface="微软雅黑" panose="020B0503020204020204" charset="-122"/>
          <a:ea typeface="微软雅黑" panose="020B0503020204020204" charset="-122"/>
          <a:cs typeface="+mn-cs"/>
        </a:defRPr>
      </a:lvl3pPr>
      <a:lvl4pPr marL="1511935" indent="-228600" algn="l" defTabSz="914400" rtl="0" eaLnBrk="1" fontAlgn="auto" latinLnBrk="0" hangingPunct="1">
        <a:lnSpc>
          <a:spcPct val="100000"/>
        </a:lnSpc>
        <a:spcBef>
          <a:spcPts val="500"/>
        </a:spcBef>
        <a:buSzPct val="75000"/>
        <a:buFont typeface="Arial" panose="020B0604020202020204" pitchFamily="34" charset="0"/>
        <a:buChar char="˃"/>
        <a:defRPr sz="1800" kern="1200">
          <a:solidFill>
            <a:schemeClr val="tx1">
              <a:lumMod val="50000"/>
              <a:lumOff val="50000"/>
            </a:schemeClr>
          </a:solidFill>
          <a:latin typeface="微软雅黑" panose="020B0503020204020204" charset="-122"/>
          <a:ea typeface="微软雅黑" panose="020B0503020204020204" charset="-122"/>
          <a:cs typeface="+mn-cs"/>
        </a:defRPr>
      </a:lvl4pPr>
      <a:lvl5pPr marL="1943735" indent="-228600" algn="l" defTabSz="914400" rtl="0" eaLnBrk="1" fontAlgn="auto" latinLnBrk="0" hangingPunct="1">
        <a:lnSpc>
          <a:spcPct val="90000"/>
        </a:lnSpc>
        <a:spcBef>
          <a:spcPts val="500"/>
        </a:spcBef>
        <a:buSzPct val="75000"/>
        <a:buFont typeface="Arial" panose="020B0604020202020204" pitchFamily="34" charset="0"/>
        <a:buChar char="˃"/>
        <a:defRPr sz="1800" kern="1200">
          <a:solidFill>
            <a:schemeClr val="tx1">
              <a:lumMod val="50000"/>
              <a:lumOff val="50000"/>
            </a:schemeClr>
          </a:solidFill>
          <a:latin typeface="微软雅黑" panose="020B0503020204020204" charset="-122"/>
          <a:ea typeface="微软雅黑" panose="020B050302020402020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2260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-15875" y="739140"/>
            <a:ext cx="12207875" cy="61188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57000" y="-277792"/>
            <a:ext cx="2161525" cy="134102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mc:AlternateContent xmlns:mc="http://schemas.openxmlformats.org/markup-compatibility/2006">
    <mc:Choice xmlns:p14="http://schemas.microsoft.com/office/powerpoint/2010/main" Requires="p14">
      <p:transition spd="med" p14:dur="699" advClick="0"/>
    </mc:Choice>
    <mc:Fallback>
      <p:transition spd="med" advClick="0"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4" Type="http://schemas.openxmlformats.org/officeDocument/2006/relationships/notesSlide" Target="../notesSlides/notesSlide2.xml"/><Relationship Id="rId53" Type="http://schemas.openxmlformats.org/officeDocument/2006/relationships/slideLayout" Target="../slideLayouts/slideLayout11.xml"/><Relationship Id="rId52" Type="http://schemas.openxmlformats.org/officeDocument/2006/relationships/tags" Target="../tags/tag52.xml"/><Relationship Id="rId51" Type="http://schemas.openxmlformats.org/officeDocument/2006/relationships/tags" Target="../tags/tag51.xml"/><Relationship Id="rId50" Type="http://schemas.openxmlformats.org/officeDocument/2006/relationships/tags" Target="../tags/tag50.xml"/><Relationship Id="rId5" Type="http://schemas.openxmlformats.org/officeDocument/2006/relationships/tags" Target="../tags/tag5.xml"/><Relationship Id="rId49" Type="http://schemas.openxmlformats.org/officeDocument/2006/relationships/tags" Target="../tags/tag49.xml"/><Relationship Id="rId48" Type="http://schemas.openxmlformats.org/officeDocument/2006/relationships/tags" Target="../tags/tag48.xml"/><Relationship Id="rId47" Type="http://schemas.openxmlformats.org/officeDocument/2006/relationships/tags" Target="../tags/tag47.xml"/><Relationship Id="rId46" Type="http://schemas.openxmlformats.org/officeDocument/2006/relationships/tags" Target="../tags/tag46.xml"/><Relationship Id="rId45" Type="http://schemas.openxmlformats.org/officeDocument/2006/relationships/tags" Target="../tags/tag45.xml"/><Relationship Id="rId44" Type="http://schemas.openxmlformats.org/officeDocument/2006/relationships/tags" Target="../tags/tag44.xml"/><Relationship Id="rId43" Type="http://schemas.openxmlformats.org/officeDocument/2006/relationships/tags" Target="../tags/tag43.xml"/><Relationship Id="rId42" Type="http://schemas.openxmlformats.org/officeDocument/2006/relationships/tags" Target="../tags/tag42.xml"/><Relationship Id="rId41" Type="http://schemas.openxmlformats.org/officeDocument/2006/relationships/tags" Target="../tags/tag41.xml"/><Relationship Id="rId40" Type="http://schemas.openxmlformats.org/officeDocument/2006/relationships/tags" Target="../tags/tag40.xml"/><Relationship Id="rId4" Type="http://schemas.openxmlformats.org/officeDocument/2006/relationships/tags" Target="../tags/tag4.xml"/><Relationship Id="rId39" Type="http://schemas.openxmlformats.org/officeDocument/2006/relationships/tags" Target="../tags/tag39.xml"/><Relationship Id="rId38" Type="http://schemas.openxmlformats.org/officeDocument/2006/relationships/tags" Target="../tags/tag38.xml"/><Relationship Id="rId37" Type="http://schemas.openxmlformats.org/officeDocument/2006/relationships/tags" Target="../tags/tag37.xml"/><Relationship Id="rId36" Type="http://schemas.openxmlformats.org/officeDocument/2006/relationships/tags" Target="../tags/tag36.xml"/><Relationship Id="rId35" Type="http://schemas.openxmlformats.org/officeDocument/2006/relationships/tags" Target="../tags/tag35.xml"/><Relationship Id="rId34" Type="http://schemas.openxmlformats.org/officeDocument/2006/relationships/tags" Target="../tags/tag34.xml"/><Relationship Id="rId33" Type="http://schemas.openxmlformats.org/officeDocument/2006/relationships/tags" Target="../tags/tag33.xml"/><Relationship Id="rId32" Type="http://schemas.openxmlformats.org/officeDocument/2006/relationships/tags" Target="../tags/tag32.xml"/><Relationship Id="rId31" Type="http://schemas.openxmlformats.org/officeDocument/2006/relationships/tags" Target="../tags/tag31.xml"/><Relationship Id="rId30" Type="http://schemas.openxmlformats.org/officeDocument/2006/relationships/tags" Target="../tags/tag30.xml"/><Relationship Id="rId3" Type="http://schemas.openxmlformats.org/officeDocument/2006/relationships/tags" Target="../tags/tag3.xml"/><Relationship Id="rId29" Type="http://schemas.openxmlformats.org/officeDocument/2006/relationships/tags" Target="../tags/tag29.xml"/><Relationship Id="rId28" Type="http://schemas.openxmlformats.org/officeDocument/2006/relationships/tags" Target="../tags/tag28.xml"/><Relationship Id="rId27" Type="http://schemas.openxmlformats.org/officeDocument/2006/relationships/tags" Target="../tags/tag27.xml"/><Relationship Id="rId26" Type="http://schemas.openxmlformats.org/officeDocument/2006/relationships/tags" Target="../tags/tag26.xml"/><Relationship Id="rId25" Type="http://schemas.openxmlformats.org/officeDocument/2006/relationships/tags" Target="../tags/tag25.xml"/><Relationship Id="rId24" Type="http://schemas.openxmlformats.org/officeDocument/2006/relationships/tags" Target="../tags/tag24.xml"/><Relationship Id="rId23" Type="http://schemas.openxmlformats.org/officeDocument/2006/relationships/tags" Target="../tags/tag23.xml"/><Relationship Id="rId22" Type="http://schemas.openxmlformats.org/officeDocument/2006/relationships/tags" Target="../tags/tag22.xml"/><Relationship Id="rId21" Type="http://schemas.openxmlformats.org/officeDocument/2006/relationships/tags" Target="../tags/tag21.xml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9.xml"/><Relationship Id="rId1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9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9.xml"/><Relationship Id="rId1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9.xml"/><Relationship Id="rId1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9.xml"/><Relationship Id="rId1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9.xml"/><Relationship Id="rId1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9.xml"/><Relationship Id="rId1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9.xml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7.xml"/><Relationship Id="rId4" Type="http://schemas.openxmlformats.org/officeDocument/2006/relationships/slideLayout" Target="../slideLayouts/slideLayout19.xml"/><Relationship Id="rId3" Type="http://schemas.openxmlformats.org/officeDocument/2006/relationships/image" Target="../media/image16.png"/><Relationship Id="rId2" Type="http://schemas.microsoft.com/office/2007/relationships/media" Target="../media/media1.mp4"/><Relationship Id="rId1" Type="http://schemas.openxmlformats.org/officeDocument/2006/relationships/video" Target="../media/media1.mp4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3"/>
          <p:cNvSpPr txBox="1">
            <a:spLocks noChangeArrowheads="1"/>
          </p:cNvSpPr>
          <p:nvPr/>
        </p:nvSpPr>
        <p:spPr bwMode="auto">
          <a:xfrm>
            <a:off x="2058035" y="2722245"/>
            <a:ext cx="8761095" cy="7924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charset="-122"/>
              </a:defRPr>
            </a:lvl9pPr>
          </a:lstStyle>
          <a:p>
            <a:pPr algn="ctr"/>
            <a:r>
              <a:rPr lang="zh-CN" altLang="en-US" sz="4400" b="1" dirty="0">
                <a:solidFill>
                  <a:schemeClr val="tx1"/>
                </a:solidFill>
                <a:latin typeface="腾祥铁山楷书简" panose="01010104010101010101" pitchFamily="2" charset="-122"/>
                <a:ea typeface="腾祥铁山楷书简" panose="01010104010101010101" pitchFamily="2" charset="-122"/>
              </a:rPr>
              <a:t>作物靶标害虫自动监测预警</a:t>
            </a:r>
            <a:endParaRPr lang="zh-CN" altLang="en-US" sz="4400" b="1" dirty="0">
              <a:solidFill>
                <a:schemeClr val="tx1"/>
              </a:solidFill>
              <a:latin typeface="腾祥铁山楷书简" panose="01010104010101010101" pitchFamily="2" charset="-122"/>
              <a:ea typeface="腾祥铁山楷书简" panose="01010104010101010101" pitchFamily="2" charset="-122"/>
            </a:endParaRPr>
          </a:p>
          <a:p>
            <a:pPr algn="ctr"/>
            <a:r>
              <a:rPr lang="zh-CN" altLang="en-US" sz="4400" b="1" dirty="0">
                <a:solidFill>
                  <a:schemeClr val="tx1"/>
                </a:solidFill>
                <a:latin typeface="腾祥铁山楷书简" panose="01010104010101010101" pitchFamily="2" charset="-122"/>
                <a:ea typeface="腾祥铁山楷书简" panose="01010104010101010101" pitchFamily="2" charset="-122"/>
              </a:rPr>
              <a:t>系统设计与实现</a:t>
            </a:r>
            <a:endParaRPr lang="zh-CN" altLang="en-US" sz="4400" b="1" dirty="0">
              <a:solidFill>
                <a:schemeClr val="tx1"/>
              </a:solidFill>
              <a:latin typeface="腾祥铁山楷书简" panose="01010104010101010101" pitchFamily="2" charset="-122"/>
              <a:ea typeface="腾祥铁山楷书简" panose="01010104010101010101" pitchFamily="2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8237221" y="4761562"/>
            <a:ext cx="3350142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tx1"/>
                </a:solidFill>
              </a:rPr>
              <a:t>汇报人：孟宇豪</a:t>
            </a:r>
            <a:endParaRPr lang="en-US" altLang="zh-CN" sz="2000" b="1" dirty="0">
              <a:solidFill>
                <a:schemeClr val="tx1"/>
              </a:solidFill>
            </a:endParaRPr>
          </a:p>
          <a:p>
            <a:pPr algn="ctr"/>
            <a:r>
              <a:rPr lang="zh-CN" altLang="en-US" sz="2000" b="1" dirty="0">
                <a:solidFill>
                  <a:schemeClr val="tx1"/>
                </a:solidFill>
              </a:rPr>
              <a:t>指导老师：蔚继承</a:t>
            </a:r>
            <a:endParaRPr lang="en-US" altLang="zh-CN" sz="2000" b="1" dirty="0">
              <a:solidFill>
                <a:schemeClr val="tx1"/>
              </a:solidFill>
            </a:endParaRPr>
          </a:p>
          <a:p>
            <a:pPr algn="ctr"/>
            <a:r>
              <a:rPr lang="zh-CN" altLang="en-US" sz="2000" b="1" dirty="0">
                <a:solidFill>
                  <a:schemeClr val="tx1"/>
                </a:solidFill>
              </a:rPr>
              <a:t>协助指导教师：胡祖庆</a:t>
            </a:r>
            <a:endParaRPr lang="en-US" altLang="zh-CN" sz="2000" b="1" dirty="0">
              <a:solidFill>
                <a:schemeClr val="tx1"/>
              </a:solidFill>
            </a:endParaRPr>
          </a:p>
          <a:p>
            <a:pPr algn="ctr"/>
            <a:r>
              <a:rPr lang="zh-CN" altLang="en-US" sz="2000" b="1" dirty="0">
                <a:solidFill>
                  <a:schemeClr val="tx1"/>
                </a:solidFill>
              </a:rPr>
              <a:t>日期： </a:t>
            </a:r>
            <a:r>
              <a:rPr lang="en-US" altLang="zh-CN" sz="2000" b="1" dirty="0">
                <a:solidFill>
                  <a:schemeClr val="tx1"/>
                </a:solidFill>
              </a:rPr>
              <a:t>2025</a:t>
            </a:r>
            <a:r>
              <a:rPr lang="zh-CN" altLang="en-US" sz="2000" b="1" dirty="0">
                <a:solidFill>
                  <a:schemeClr val="tx1"/>
                </a:solidFill>
              </a:rPr>
              <a:t>年</a:t>
            </a:r>
            <a:r>
              <a:rPr lang="en-US" altLang="zh-CN" sz="2000" b="1" dirty="0">
                <a:solidFill>
                  <a:schemeClr val="tx1"/>
                </a:solidFill>
              </a:rPr>
              <a:t>5</a:t>
            </a:r>
            <a:r>
              <a:rPr lang="zh-CN" altLang="en-US" sz="2000" b="1" dirty="0">
                <a:solidFill>
                  <a:schemeClr val="tx1"/>
                </a:solidFill>
              </a:rPr>
              <a:t>月</a:t>
            </a:r>
            <a:r>
              <a:rPr lang="en-US" altLang="zh-CN" sz="2000" b="1" dirty="0">
                <a:solidFill>
                  <a:schemeClr val="tx1"/>
                </a:solidFill>
              </a:rPr>
              <a:t>28</a:t>
            </a:r>
            <a:r>
              <a:rPr lang="zh-CN" altLang="en-US" sz="2000" b="1" dirty="0">
                <a:solidFill>
                  <a:schemeClr val="tx1"/>
                </a:solidFill>
              </a:rPr>
              <a:t>日 </a:t>
            </a:r>
            <a:endParaRPr lang="zh-CN" altLang="en-US" sz="2000" b="1" dirty="0">
              <a:solidFill>
                <a:schemeClr val="tx1"/>
              </a:solidFill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05443" y="2879809"/>
            <a:ext cx="5103123" cy="4252603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2356" y="1105597"/>
            <a:ext cx="4290190" cy="8630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 advClick="0"/>
    </mc:Choice>
    <mc:Fallback>
      <p:transition spd="med" advClick="0"/>
    </mc:Fallback>
  </mc:AlternateContent>
  <p:timing>
    <p:tnLst>
      <p:par>
        <p:cTn id="1" dur="indefinite" restart="never" nodeType="tmRoot"/>
      </p:par>
    </p:tnLst>
    <p:bldLst>
      <p:bldP spid="18" grpId="0"/>
      <p:bldP spid="20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34"/>
          <p:cNvSpPr>
            <a:spLocks noEditPoints="1"/>
          </p:cNvSpPr>
          <p:nvPr>
            <p:custDataLst>
              <p:tags r:id="rId1"/>
            </p:custDataLst>
          </p:nvPr>
        </p:nvSpPr>
        <p:spPr bwMode="auto">
          <a:xfrm>
            <a:off x="10134305" y="1098250"/>
            <a:ext cx="793394" cy="459363"/>
          </a:xfrm>
          <a:custGeom>
            <a:avLst/>
            <a:gdLst>
              <a:gd name="T0" fmla="*/ 97 w 97"/>
              <a:gd name="T1" fmla="*/ 16 h 63"/>
              <a:gd name="T2" fmla="*/ 90 w 97"/>
              <a:gd name="T3" fmla="*/ 22 h 63"/>
              <a:gd name="T4" fmla="*/ 75 w 97"/>
              <a:gd name="T5" fmla="*/ 33 h 63"/>
              <a:gd name="T6" fmla="*/ 46 w 97"/>
              <a:gd name="T7" fmla="*/ 51 h 63"/>
              <a:gd name="T8" fmla="*/ 29 w 97"/>
              <a:gd name="T9" fmla="*/ 63 h 63"/>
              <a:gd name="T10" fmla="*/ 26 w 97"/>
              <a:gd name="T11" fmla="*/ 62 h 63"/>
              <a:gd name="T12" fmla="*/ 16 w 97"/>
              <a:gd name="T13" fmla="*/ 47 h 63"/>
              <a:gd name="T14" fmla="*/ 2 w 97"/>
              <a:gd name="T15" fmla="*/ 48 h 63"/>
              <a:gd name="T16" fmla="*/ 10 w 97"/>
              <a:gd name="T17" fmla="*/ 28 h 63"/>
              <a:gd name="T18" fmla="*/ 10 w 97"/>
              <a:gd name="T19" fmla="*/ 26 h 63"/>
              <a:gd name="T20" fmla="*/ 18 w 97"/>
              <a:gd name="T21" fmla="*/ 0 h 63"/>
              <a:gd name="T22" fmla="*/ 40 w 97"/>
              <a:gd name="T23" fmla="*/ 5 h 63"/>
              <a:gd name="T24" fmla="*/ 75 w 97"/>
              <a:gd name="T25" fmla="*/ 13 h 63"/>
              <a:gd name="T26" fmla="*/ 94 w 97"/>
              <a:gd name="T27" fmla="*/ 15 h 63"/>
              <a:gd name="T28" fmla="*/ 97 w 97"/>
              <a:gd name="T29" fmla="*/ 16 h 63"/>
              <a:gd name="T30" fmla="*/ 20 w 97"/>
              <a:gd name="T31" fmla="*/ 3 h 63"/>
              <a:gd name="T32" fmla="*/ 16 w 97"/>
              <a:gd name="T33" fmla="*/ 18 h 63"/>
              <a:gd name="T34" fmla="*/ 14 w 97"/>
              <a:gd name="T35" fmla="*/ 26 h 63"/>
              <a:gd name="T36" fmla="*/ 65 w 97"/>
              <a:gd name="T37" fmla="*/ 20 h 63"/>
              <a:gd name="T38" fmla="*/ 86 w 97"/>
              <a:gd name="T39" fmla="*/ 17 h 63"/>
              <a:gd name="T40" fmla="*/ 20 w 97"/>
              <a:gd name="T41" fmla="*/ 3 h 63"/>
              <a:gd name="T42" fmla="*/ 14 w 97"/>
              <a:gd name="T43" fmla="*/ 38 h 63"/>
              <a:gd name="T44" fmla="*/ 28 w 97"/>
              <a:gd name="T45" fmla="*/ 60 h 63"/>
              <a:gd name="T46" fmla="*/ 82 w 97"/>
              <a:gd name="T47" fmla="*/ 24 h 63"/>
              <a:gd name="T48" fmla="*/ 82 w 97"/>
              <a:gd name="T49" fmla="*/ 23 h 63"/>
              <a:gd name="T50" fmla="*/ 14 w 97"/>
              <a:gd name="T51" fmla="*/ 38 h 63"/>
              <a:gd name="T52" fmla="*/ 13 w 97"/>
              <a:gd name="T53" fmla="*/ 29 h 63"/>
              <a:gd name="T54" fmla="*/ 7 w 97"/>
              <a:gd name="T55" fmla="*/ 40 h 63"/>
              <a:gd name="T56" fmla="*/ 12 w 97"/>
              <a:gd name="T57" fmla="*/ 35 h 63"/>
              <a:gd name="T58" fmla="*/ 15 w 97"/>
              <a:gd name="T59" fmla="*/ 36 h 63"/>
              <a:gd name="T60" fmla="*/ 57 w 97"/>
              <a:gd name="T61" fmla="*/ 27 h 63"/>
              <a:gd name="T62" fmla="*/ 77 w 97"/>
              <a:gd name="T63" fmla="*/ 21 h 63"/>
              <a:gd name="T64" fmla="*/ 13 w 97"/>
              <a:gd name="T65" fmla="*/ 29 h 63"/>
              <a:gd name="T66" fmla="*/ 6 w 97"/>
              <a:gd name="T67" fmla="*/ 45 h 63"/>
              <a:gd name="T68" fmla="*/ 14 w 97"/>
              <a:gd name="T69" fmla="*/ 44 h 63"/>
              <a:gd name="T70" fmla="*/ 11 w 97"/>
              <a:gd name="T71" fmla="*/ 39 h 63"/>
              <a:gd name="T72" fmla="*/ 6 w 97"/>
              <a:gd name="T73" fmla="*/ 45 h 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97" h="63">
                <a:moveTo>
                  <a:pt x="97" y="16"/>
                </a:moveTo>
                <a:cubicBezTo>
                  <a:pt x="96" y="20"/>
                  <a:pt x="92" y="19"/>
                  <a:pt x="90" y="22"/>
                </a:cubicBezTo>
                <a:cubicBezTo>
                  <a:pt x="85" y="24"/>
                  <a:pt x="80" y="29"/>
                  <a:pt x="75" y="33"/>
                </a:cubicBezTo>
                <a:cubicBezTo>
                  <a:pt x="65" y="38"/>
                  <a:pt x="56" y="45"/>
                  <a:pt x="46" y="51"/>
                </a:cubicBezTo>
                <a:cubicBezTo>
                  <a:pt x="40" y="54"/>
                  <a:pt x="35" y="58"/>
                  <a:pt x="29" y="63"/>
                </a:cubicBezTo>
                <a:cubicBezTo>
                  <a:pt x="28" y="62"/>
                  <a:pt x="27" y="62"/>
                  <a:pt x="26" y="62"/>
                </a:cubicBezTo>
                <a:cubicBezTo>
                  <a:pt x="22" y="57"/>
                  <a:pt x="20" y="52"/>
                  <a:pt x="16" y="47"/>
                </a:cubicBezTo>
                <a:cubicBezTo>
                  <a:pt x="12" y="47"/>
                  <a:pt x="6" y="49"/>
                  <a:pt x="2" y="48"/>
                </a:cubicBezTo>
                <a:cubicBezTo>
                  <a:pt x="0" y="42"/>
                  <a:pt x="7" y="35"/>
                  <a:pt x="10" y="28"/>
                </a:cubicBezTo>
                <a:cubicBezTo>
                  <a:pt x="10" y="27"/>
                  <a:pt x="10" y="26"/>
                  <a:pt x="10" y="26"/>
                </a:cubicBezTo>
                <a:cubicBezTo>
                  <a:pt x="13" y="17"/>
                  <a:pt x="15" y="8"/>
                  <a:pt x="18" y="0"/>
                </a:cubicBezTo>
                <a:cubicBezTo>
                  <a:pt x="25" y="0"/>
                  <a:pt x="33" y="4"/>
                  <a:pt x="40" y="5"/>
                </a:cubicBezTo>
                <a:cubicBezTo>
                  <a:pt x="51" y="8"/>
                  <a:pt x="63" y="10"/>
                  <a:pt x="75" y="13"/>
                </a:cubicBezTo>
                <a:cubicBezTo>
                  <a:pt x="81" y="13"/>
                  <a:pt x="88" y="15"/>
                  <a:pt x="94" y="15"/>
                </a:cubicBezTo>
                <a:cubicBezTo>
                  <a:pt x="95" y="15"/>
                  <a:pt x="96" y="14"/>
                  <a:pt x="97" y="16"/>
                </a:cubicBezTo>
                <a:close/>
                <a:moveTo>
                  <a:pt x="20" y="3"/>
                </a:moveTo>
                <a:cubicBezTo>
                  <a:pt x="18" y="8"/>
                  <a:pt x="16" y="13"/>
                  <a:pt x="16" y="18"/>
                </a:cubicBezTo>
                <a:cubicBezTo>
                  <a:pt x="15" y="21"/>
                  <a:pt x="13" y="23"/>
                  <a:pt x="14" y="26"/>
                </a:cubicBezTo>
                <a:cubicBezTo>
                  <a:pt x="31" y="24"/>
                  <a:pt x="48" y="21"/>
                  <a:pt x="65" y="20"/>
                </a:cubicBezTo>
                <a:cubicBezTo>
                  <a:pt x="72" y="18"/>
                  <a:pt x="80" y="19"/>
                  <a:pt x="86" y="17"/>
                </a:cubicBezTo>
                <a:cubicBezTo>
                  <a:pt x="64" y="14"/>
                  <a:pt x="41" y="7"/>
                  <a:pt x="20" y="3"/>
                </a:cubicBezTo>
                <a:close/>
                <a:moveTo>
                  <a:pt x="14" y="38"/>
                </a:moveTo>
                <a:cubicBezTo>
                  <a:pt x="19" y="45"/>
                  <a:pt x="22" y="53"/>
                  <a:pt x="28" y="60"/>
                </a:cubicBezTo>
                <a:cubicBezTo>
                  <a:pt x="46" y="48"/>
                  <a:pt x="64" y="37"/>
                  <a:pt x="82" y="24"/>
                </a:cubicBezTo>
                <a:cubicBezTo>
                  <a:pt x="82" y="23"/>
                  <a:pt x="82" y="23"/>
                  <a:pt x="82" y="23"/>
                </a:cubicBezTo>
                <a:cubicBezTo>
                  <a:pt x="59" y="29"/>
                  <a:pt x="37" y="35"/>
                  <a:pt x="14" y="38"/>
                </a:cubicBezTo>
                <a:close/>
                <a:moveTo>
                  <a:pt x="13" y="29"/>
                </a:moveTo>
                <a:cubicBezTo>
                  <a:pt x="11" y="33"/>
                  <a:pt x="8" y="37"/>
                  <a:pt x="7" y="40"/>
                </a:cubicBezTo>
                <a:cubicBezTo>
                  <a:pt x="9" y="39"/>
                  <a:pt x="9" y="36"/>
                  <a:pt x="12" y="35"/>
                </a:cubicBezTo>
                <a:cubicBezTo>
                  <a:pt x="13" y="35"/>
                  <a:pt x="14" y="35"/>
                  <a:pt x="15" y="36"/>
                </a:cubicBezTo>
                <a:cubicBezTo>
                  <a:pt x="29" y="33"/>
                  <a:pt x="43" y="30"/>
                  <a:pt x="57" y="27"/>
                </a:cubicBezTo>
                <a:cubicBezTo>
                  <a:pt x="64" y="24"/>
                  <a:pt x="70" y="23"/>
                  <a:pt x="77" y="21"/>
                </a:cubicBezTo>
                <a:cubicBezTo>
                  <a:pt x="55" y="23"/>
                  <a:pt x="34" y="25"/>
                  <a:pt x="13" y="29"/>
                </a:cubicBezTo>
                <a:close/>
                <a:moveTo>
                  <a:pt x="6" y="45"/>
                </a:moveTo>
                <a:cubicBezTo>
                  <a:pt x="9" y="46"/>
                  <a:pt x="12" y="44"/>
                  <a:pt x="14" y="44"/>
                </a:cubicBezTo>
                <a:cubicBezTo>
                  <a:pt x="13" y="42"/>
                  <a:pt x="13" y="41"/>
                  <a:pt x="11" y="39"/>
                </a:cubicBezTo>
                <a:cubicBezTo>
                  <a:pt x="10" y="41"/>
                  <a:pt x="8" y="43"/>
                  <a:pt x="6" y="45"/>
                </a:cubicBez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3" name="任意多边形 2"/>
          <p:cNvSpPr/>
          <p:nvPr>
            <p:custDataLst>
              <p:tags r:id="rId2"/>
            </p:custDataLst>
          </p:nvPr>
        </p:nvSpPr>
        <p:spPr>
          <a:xfrm>
            <a:off x="6089892" y="1280426"/>
            <a:ext cx="3975213" cy="317376"/>
          </a:xfrm>
          <a:custGeom>
            <a:avLst/>
            <a:gdLst>
              <a:gd name="connsiteX0" fmla="*/ 0 w 6766560"/>
              <a:gd name="connsiteY0" fmla="*/ 39809 h 361457"/>
              <a:gd name="connsiteX1" fmla="*/ 4411980 w 6766560"/>
              <a:gd name="connsiteY1" fmla="*/ 28379 h 361457"/>
              <a:gd name="connsiteX2" fmla="*/ 4023360 w 6766560"/>
              <a:gd name="connsiteY2" fmla="*/ 359849 h 361457"/>
              <a:gd name="connsiteX3" fmla="*/ 6766560 w 6766560"/>
              <a:gd name="connsiteY3" fmla="*/ 131249 h 361457"/>
              <a:gd name="connsiteX0-1" fmla="*/ 0 w 6766560"/>
              <a:gd name="connsiteY0-2" fmla="*/ 75291 h 398381"/>
              <a:gd name="connsiteX1-3" fmla="*/ 4369154 w 6766560"/>
              <a:gd name="connsiteY1-4" fmla="*/ 18141 h 398381"/>
              <a:gd name="connsiteX2-5" fmla="*/ 4023360 w 6766560"/>
              <a:gd name="connsiteY2-6" fmla="*/ 395331 h 398381"/>
              <a:gd name="connsiteX3-7" fmla="*/ 6766560 w 6766560"/>
              <a:gd name="connsiteY3-8" fmla="*/ 166731 h 398381"/>
              <a:gd name="connsiteX0-9" fmla="*/ 0 w 6766560"/>
              <a:gd name="connsiteY0-10" fmla="*/ 71354 h 339035"/>
              <a:gd name="connsiteX1-11" fmla="*/ 4369154 w 6766560"/>
              <a:gd name="connsiteY1-12" fmla="*/ 14204 h 339035"/>
              <a:gd name="connsiteX2-13" fmla="*/ 4351696 w 6766560"/>
              <a:gd name="connsiteY2-14" fmla="*/ 334244 h 339035"/>
              <a:gd name="connsiteX3-15" fmla="*/ 6766560 w 6766560"/>
              <a:gd name="connsiteY3-16" fmla="*/ 162794 h 339035"/>
              <a:gd name="connsiteX0-17" fmla="*/ 0 w 7194823"/>
              <a:gd name="connsiteY0-18" fmla="*/ 71354 h 334304"/>
              <a:gd name="connsiteX1-19" fmla="*/ 4369154 w 7194823"/>
              <a:gd name="connsiteY1-20" fmla="*/ 14204 h 334304"/>
              <a:gd name="connsiteX2-21" fmla="*/ 4351696 w 7194823"/>
              <a:gd name="connsiteY2-22" fmla="*/ 334244 h 334304"/>
              <a:gd name="connsiteX3-23" fmla="*/ 7194823 w 7194823"/>
              <a:gd name="connsiteY3-24" fmla="*/ 37064 h 334304"/>
              <a:gd name="connsiteX0-25" fmla="*/ 0 w 7194823"/>
              <a:gd name="connsiteY0-26" fmla="*/ 72918 h 358721"/>
              <a:gd name="connsiteX1-27" fmla="*/ 4369154 w 7194823"/>
              <a:gd name="connsiteY1-28" fmla="*/ 15768 h 358721"/>
              <a:gd name="connsiteX2-29" fmla="*/ 4051911 w 7194823"/>
              <a:gd name="connsiteY2-30" fmla="*/ 358668 h 358721"/>
              <a:gd name="connsiteX3-31" fmla="*/ 7194823 w 7194823"/>
              <a:gd name="connsiteY3-32" fmla="*/ 38628 h 358721"/>
              <a:gd name="connsiteX0-33" fmla="*/ 0 w 6454042"/>
              <a:gd name="connsiteY0-34" fmla="*/ 72918 h 359955"/>
              <a:gd name="connsiteX1-35" fmla="*/ 4369154 w 6454042"/>
              <a:gd name="connsiteY1-36" fmla="*/ 15768 h 359955"/>
              <a:gd name="connsiteX2-37" fmla="*/ 4051911 w 6454042"/>
              <a:gd name="connsiteY2-38" fmla="*/ 358668 h 359955"/>
              <a:gd name="connsiteX3-39" fmla="*/ 6454042 w 6454042"/>
              <a:gd name="connsiteY3-40" fmla="*/ 112769 h 359955"/>
              <a:gd name="connsiteX0-41" fmla="*/ 0 w 6454042"/>
              <a:gd name="connsiteY0-42" fmla="*/ 62493 h 349247"/>
              <a:gd name="connsiteX1-43" fmla="*/ 4122228 w 6454042"/>
              <a:gd name="connsiteY1-44" fmla="*/ 17700 h 349247"/>
              <a:gd name="connsiteX2-45" fmla="*/ 4051911 w 6454042"/>
              <a:gd name="connsiteY2-46" fmla="*/ 348243 h 349247"/>
              <a:gd name="connsiteX3-47" fmla="*/ 6454042 w 6454042"/>
              <a:gd name="connsiteY3-48" fmla="*/ 102344 h 349247"/>
              <a:gd name="connsiteX0-49" fmla="*/ 0 w 4341830"/>
              <a:gd name="connsiteY0-50" fmla="*/ 62493 h 348243"/>
              <a:gd name="connsiteX1-51" fmla="*/ 4122228 w 4341830"/>
              <a:gd name="connsiteY1-52" fmla="*/ 17700 h 348243"/>
              <a:gd name="connsiteX2-53" fmla="*/ 4051911 w 4341830"/>
              <a:gd name="connsiteY2-54" fmla="*/ 348243 h 348243"/>
              <a:gd name="connsiteX0-55" fmla="*/ 0 w 4122228"/>
              <a:gd name="connsiteY0-56" fmla="*/ 62493 h 62493"/>
              <a:gd name="connsiteX1-57" fmla="*/ 4122228 w 4122228"/>
              <a:gd name="connsiteY1-58" fmla="*/ 17700 h 62493"/>
              <a:gd name="connsiteX0-59" fmla="*/ 0 w 4122228"/>
              <a:gd name="connsiteY0-60" fmla="*/ 44793 h 66159"/>
              <a:gd name="connsiteX1-61" fmla="*/ 4122228 w 4122228"/>
              <a:gd name="connsiteY1-62" fmla="*/ 0 h 66159"/>
              <a:gd name="connsiteX0-63" fmla="*/ 0 w 4245691"/>
              <a:gd name="connsiteY0-64" fmla="*/ 156004 h 156004"/>
              <a:gd name="connsiteX1-65" fmla="*/ 4245691 w 4245691"/>
              <a:gd name="connsiteY1-66" fmla="*/ 0 h 156004"/>
              <a:gd name="connsiteX0-67" fmla="*/ 0 w 4245691"/>
              <a:gd name="connsiteY0-68" fmla="*/ 156004 h 163985"/>
              <a:gd name="connsiteX1-69" fmla="*/ 4245691 w 4245691"/>
              <a:gd name="connsiteY1-70" fmla="*/ 0 h 163985"/>
              <a:gd name="connsiteX0-71" fmla="*/ 0 w 5449458"/>
              <a:gd name="connsiteY0-72" fmla="*/ 143648 h 143648"/>
              <a:gd name="connsiteX1-73" fmla="*/ 5449458 w 5449458"/>
              <a:gd name="connsiteY1-74" fmla="*/ 0 h 143648"/>
              <a:gd name="connsiteX0-75" fmla="*/ 0 w 5449458"/>
              <a:gd name="connsiteY0-76" fmla="*/ 143648 h 260913"/>
              <a:gd name="connsiteX1-77" fmla="*/ 1990356 w 5449458"/>
              <a:gd name="connsiteY1-78" fmla="*/ 260339 h 260913"/>
              <a:gd name="connsiteX2-79" fmla="*/ 5449458 w 5449458"/>
              <a:gd name="connsiteY2-80" fmla="*/ 0 h 260913"/>
              <a:gd name="connsiteX0-81" fmla="*/ 0 w 4693246"/>
              <a:gd name="connsiteY0-82" fmla="*/ 169 h 463018"/>
              <a:gd name="connsiteX1-83" fmla="*/ 1234144 w 4693246"/>
              <a:gd name="connsiteY1-84" fmla="*/ 462849 h 463018"/>
              <a:gd name="connsiteX2-85" fmla="*/ 4693246 w 4693246"/>
              <a:gd name="connsiteY2-86" fmla="*/ 202510 h 463018"/>
              <a:gd name="connsiteX0-87" fmla="*/ 153395 w 4846641"/>
              <a:gd name="connsiteY0-88" fmla="*/ 0 h 462988"/>
              <a:gd name="connsiteX1-89" fmla="*/ 1387539 w 4846641"/>
              <a:gd name="connsiteY1-90" fmla="*/ 462680 h 462988"/>
              <a:gd name="connsiteX2-91" fmla="*/ 4846641 w 4846641"/>
              <a:gd name="connsiteY2-92" fmla="*/ 202341 h 462988"/>
              <a:gd name="connsiteX0-93" fmla="*/ 212160 w 4457851"/>
              <a:gd name="connsiteY0-94" fmla="*/ 0 h 462988"/>
              <a:gd name="connsiteX1-95" fmla="*/ 998749 w 4457851"/>
              <a:gd name="connsiteY1-96" fmla="*/ 462680 h 462988"/>
              <a:gd name="connsiteX2-97" fmla="*/ 4457851 w 4457851"/>
              <a:gd name="connsiteY2-98" fmla="*/ 202341 h 462988"/>
              <a:gd name="connsiteX0-99" fmla="*/ 238795 w 4484486"/>
              <a:gd name="connsiteY0-100" fmla="*/ 0 h 462868"/>
              <a:gd name="connsiteX1-101" fmla="*/ 1025384 w 4484486"/>
              <a:gd name="connsiteY1-102" fmla="*/ 462680 h 462868"/>
              <a:gd name="connsiteX2-103" fmla="*/ 4484486 w 4484486"/>
              <a:gd name="connsiteY2-104" fmla="*/ 202341 h 462868"/>
              <a:gd name="connsiteX0-105" fmla="*/ 410770 w 4656461"/>
              <a:gd name="connsiteY0-106" fmla="*/ 0 h 425815"/>
              <a:gd name="connsiteX1-107" fmla="*/ 595476 w 4656461"/>
              <a:gd name="connsiteY1-108" fmla="*/ 425610 h 425815"/>
              <a:gd name="connsiteX2-109" fmla="*/ 4656461 w 4656461"/>
              <a:gd name="connsiteY2-110" fmla="*/ 202341 h 425815"/>
              <a:gd name="connsiteX0-111" fmla="*/ 410770 w 4656461"/>
              <a:gd name="connsiteY0-112" fmla="*/ 0 h 364069"/>
              <a:gd name="connsiteX1-113" fmla="*/ 595476 w 4656461"/>
              <a:gd name="connsiteY1-114" fmla="*/ 363827 h 364069"/>
              <a:gd name="connsiteX2-115" fmla="*/ 4656461 w 4656461"/>
              <a:gd name="connsiteY2-116" fmla="*/ 202341 h 364069"/>
              <a:gd name="connsiteX0-117" fmla="*/ 558636 w 4511100"/>
              <a:gd name="connsiteY0-118" fmla="*/ 0 h 388767"/>
              <a:gd name="connsiteX1-119" fmla="*/ 450115 w 4511100"/>
              <a:gd name="connsiteY1-120" fmla="*/ 388541 h 388767"/>
              <a:gd name="connsiteX2-121" fmla="*/ 4511100 w 4511100"/>
              <a:gd name="connsiteY2-122" fmla="*/ 227055 h 388767"/>
              <a:gd name="connsiteX0-123" fmla="*/ 445007 w 4613533"/>
              <a:gd name="connsiteY0-124" fmla="*/ 0 h 413467"/>
              <a:gd name="connsiteX1-125" fmla="*/ 552548 w 4613533"/>
              <a:gd name="connsiteY1-126" fmla="*/ 413255 h 413467"/>
              <a:gd name="connsiteX2-127" fmla="*/ 4613533 w 4613533"/>
              <a:gd name="connsiteY2-128" fmla="*/ 251769 h 413467"/>
              <a:gd name="connsiteX0-129" fmla="*/ 437894 w 4606420"/>
              <a:gd name="connsiteY0-130" fmla="*/ 0 h 351722"/>
              <a:gd name="connsiteX1-131" fmla="*/ 560868 w 4606420"/>
              <a:gd name="connsiteY1-132" fmla="*/ 351471 h 351722"/>
              <a:gd name="connsiteX2-133" fmla="*/ 4606420 w 4606420"/>
              <a:gd name="connsiteY2-134" fmla="*/ 251769 h 351722"/>
              <a:gd name="connsiteX0-135" fmla="*/ 424068 w 4592594"/>
              <a:gd name="connsiteY0-136" fmla="*/ 0 h 401116"/>
              <a:gd name="connsiteX1-137" fmla="*/ 577907 w 4592594"/>
              <a:gd name="connsiteY1-138" fmla="*/ 400898 h 401116"/>
              <a:gd name="connsiteX2-139" fmla="*/ 4592594 w 4592594"/>
              <a:gd name="connsiteY2-140" fmla="*/ 251769 h 401116"/>
              <a:gd name="connsiteX0-141" fmla="*/ 424068 w 4592594"/>
              <a:gd name="connsiteY0-142" fmla="*/ 0 h 401116"/>
              <a:gd name="connsiteX1-143" fmla="*/ 577907 w 4592594"/>
              <a:gd name="connsiteY1-144" fmla="*/ 400898 h 401116"/>
              <a:gd name="connsiteX2-145" fmla="*/ 4592594 w 4592594"/>
              <a:gd name="connsiteY2-146" fmla="*/ 338266 h 401116"/>
              <a:gd name="connsiteX0-147" fmla="*/ 391353 w 4638179"/>
              <a:gd name="connsiteY0-148" fmla="*/ 0 h 401116"/>
              <a:gd name="connsiteX1-149" fmla="*/ 623492 w 4638179"/>
              <a:gd name="connsiteY1-150" fmla="*/ 400898 h 401116"/>
              <a:gd name="connsiteX2-151" fmla="*/ 4638179 w 4638179"/>
              <a:gd name="connsiteY2-152" fmla="*/ 338266 h 401116"/>
              <a:gd name="connsiteX0-153" fmla="*/ 391353 w 4904398"/>
              <a:gd name="connsiteY0-154" fmla="*/ 0 h 401116"/>
              <a:gd name="connsiteX1-155" fmla="*/ 623492 w 4904398"/>
              <a:gd name="connsiteY1-156" fmla="*/ 400898 h 401116"/>
              <a:gd name="connsiteX2-157" fmla="*/ 4904398 w 4904398"/>
              <a:gd name="connsiteY2-158" fmla="*/ 322224 h 40111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4904398" h="401116">
                <a:moveTo>
                  <a:pt x="391353" y="0"/>
                </a:moveTo>
                <a:cubicBezTo>
                  <a:pt x="-226127" y="38897"/>
                  <a:pt x="-86259" y="411428"/>
                  <a:pt x="623492" y="400898"/>
                </a:cubicBezTo>
                <a:lnTo>
                  <a:pt x="4904398" y="322224"/>
                </a:lnTo>
              </a:path>
            </a:pathLst>
          </a:custGeom>
          <a:noFill/>
          <a:ln w="25400" cap="rnd">
            <a:solidFill>
              <a:schemeClr val="accent6">
                <a:lumMod val="75000"/>
              </a:schemeClr>
            </a:solidFill>
            <a:prstDash val="dash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6626340" y="1018816"/>
            <a:ext cx="3477942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2800" b="1" kern="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1.</a:t>
            </a:r>
            <a:r>
              <a:rPr lang="zh-CN" altLang="en-US" sz="2800" b="1" kern="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研究背景及意义</a:t>
            </a:r>
            <a:endParaRPr lang="zh-CN" altLang="en-US" sz="2800" dirty="0">
              <a:solidFill>
                <a:schemeClr val="accent6">
                  <a:lumMod val="50000"/>
                </a:schemeClr>
              </a:solidFill>
              <a:latin typeface="方正静蕾简体" panose="02000000000000000000" pitchFamily="2" charset="-122"/>
              <a:ea typeface="方正静蕾简体" panose="02000000000000000000" pitchFamily="2" charset="-122"/>
            </a:endParaRPr>
          </a:p>
        </p:txBody>
      </p:sp>
      <p:sp>
        <p:nvSpPr>
          <p:cNvPr id="5" name="Freeform 34"/>
          <p:cNvSpPr>
            <a:spLocks noEditPoints="1"/>
          </p:cNvSpPr>
          <p:nvPr>
            <p:custDataLst>
              <p:tags r:id="rId4"/>
            </p:custDataLst>
          </p:nvPr>
        </p:nvSpPr>
        <p:spPr bwMode="auto">
          <a:xfrm>
            <a:off x="10133592" y="2465937"/>
            <a:ext cx="793394" cy="459363"/>
          </a:xfrm>
          <a:custGeom>
            <a:avLst/>
            <a:gdLst>
              <a:gd name="T0" fmla="*/ 97 w 97"/>
              <a:gd name="T1" fmla="*/ 16 h 63"/>
              <a:gd name="T2" fmla="*/ 90 w 97"/>
              <a:gd name="T3" fmla="*/ 22 h 63"/>
              <a:gd name="T4" fmla="*/ 75 w 97"/>
              <a:gd name="T5" fmla="*/ 33 h 63"/>
              <a:gd name="T6" fmla="*/ 46 w 97"/>
              <a:gd name="T7" fmla="*/ 51 h 63"/>
              <a:gd name="T8" fmla="*/ 29 w 97"/>
              <a:gd name="T9" fmla="*/ 63 h 63"/>
              <a:gd name="T10" fmla="*/ 26 w 97"/>
              <a:gd name="T11" fmla="*/ 62 h 63"/>
              <a:gd name="T12" fmla="*/ 16 w 97"/>
              <a:gd name="T13" fmla="*/ 47 h 63"/>
              <a:gd name="T14" fmla="*/ 2 w 97"/>
              <a:gd name="T15" fmla="*/ 48 h 63"/>
              <a:gd name="T16" fmla="*/ 10 w 97"/>
              <a:gd name="T17" fmla="*/ 28 h 63"/>
              <a:gd name="T18" fmla="*/ 10 w 97"/>
              <a:gd name="T19" fmla="*/ 26 h 63"/>
              <a:gd name="T20" fmla="*/ 18 w 97"/>
              <a:gd name="T21" fmla="*/ 0 h 63"/>
              <a:gd name="T22" fmla="*/ 40 w 97"/>
              <a:gd name="T23" fmla="*/ 5 h 63"/>
              <a:gd name="T24" fmla="*/ 75 w 97"/>
              <a:gd name="T25" fmla="*/ 13 h 63"/>
              <a:gd name="T26" fmla="*/ 94 w 97"/>
              <a:gd name="T27" fmla="*/ 15 h 63"/>
              <a:gd name="T28" fmla="*/ 97 w 97"/>
              <a:gd name="T29" fmla="*/ 16 h 63"/>
              <a:gd name="T30" fmla="*/ 20 w 97"/>
              <a:gd name="T31" fmla="*/ 3 h 63"/>
              <a:gd name="T32" fmla="*/ 16 w 97"/>
              <a:gd name="T33" fmla="*/ 18 h 63"/>
              <a:gd name="T34" fmla="*/ 14 w 97"/>
              <a:gd name="T35" fmla="*/ 26 h 63"/>
              <a:gd name="T36" fmla="*/ 65 w 97"/>
              <a:gd name="T37" fmla="*/ 20 h 63"/>
              <a:gd name="T38" fmla="*/ 86 w 97"/>
              <a:gd name="T39" fmla="*/ 17 h 63"/>
              <a:gd name="T40" fmla="*/ 20 w 97"/>
              <a:gd name="T41" fmla="*/ 3 h 63"/>
              <a:gd name="T42" fmla="*/ 14 w 97"/>
              <a:gd name="T43" fmla="*/ 38 h 63"/>
              <a:gd name="T44" fmla="*/ 28 w 97"/>
              <a:gd name="T45" fmla="*/ 60 h 63"/>
              <a:gd name="T46" fmla="*/ 82 w 97"/>
              <a:gd name="T47" fmla="*/ 24 h 63"/>
              <a:gd name="T48" fmla="*/ 82 w 97"/>
              <a:gd name="T49" fmla="*/ 23 h 63"/>
              <a:gd name="T50" fmla="*/ 14 w 97"/>
              <a:gd name="T51" fmla="*/ 38 h 63"/>
              <a:gd name="T52" fmla="*/ 13 w 97"/>
              <a:gd name="T53" fmla="*/ 29 h 63"/>
              <a:gd name="T54" fmla="*/ 7 w 97"/>
              <a:gd name="T55" fmla="*/ 40 h 63"/>
              <a:gd name="T56" fmla="*/ 12 w 97"/>
              <a:gd name="T57" fmla="*/ 35 h 63"/>
              <a:gd name="T58" fmla="*/ 15 w 97"/>
              <a:gd name="T59" fmla="*/ 36 h 63"/>
              <a:gd name="T60" fmla="*/ 57 w 97"/>
              <a:gd name="T61" fmla="*/ 27 h 63"/>
              <a:gd name="T62" fmla="*/ 77 w 97"/>
              <a:gd name="T63" fmla="*/ 21 h 63"/>
              <a:gd name="T64" fmla="*/ 13 w 97"/>
              <a:gd name="T65" fmla="*/ 29 h 63"/>
              <a:gd name="T66" fmla="*/ 6 w 97"/>
              <a:gd name="T67" fmla="*/ 45 h 63"/>
              <a:gd name="T68" fmla="*/ 14 w 97"/>
              <a:gd name="T69" fmla="*/ 44 h 63"/>
              <a:gd name="T70" fmla="*/ 11 w 97"/>
              <a:gd name="T71" fmla="*/ 39 h 63"/>
              <a:gd name="T72" fmla="*/ 6 w 97"/>
              <a:gd name="T73" fmla="*/ 45 h 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97" h="63">
                <a:moveTo>
                  <a:pt x="97" y="16"/>
                </a:moveTo>
                <a:cubicBezTo>
                  <a:pt x="96" y="20"/>
                  <a:pt x="92" y="19"/>
                  <a:pt x="90" y="22"/>
                </a:cubicBezTo>
                <a:cubicBezTo>
                  <a:pt x="85" y="24"/>
                  <a:pt x="80" y="29"/>
                  <a:pt x="75" y="33"/>
                </a:cubicBezTo>
                <a:cubicBezTo>
                  <a:pt x="65" y="38"/>
                  <a:pt x="56" y="45"/>
                  <a:pt x="46" y="51"/>
                </a:cubicBezTo>
                <a:cubicBezTo>
                  <a:pt x="40" y="54"/>
                  <a:pt x="35" y="58"/>
                  <a:pt x="29" y="63"/>
                </a:cubicBezTo>
                <a:cubicBezTo>
                  <a:pt x="28" y="62"/>
                  <a:pt x="27" y="62"/>
                  <a:pt x="26" y="62"/>
                </a:cubicBezTo>
                <a:cubicBezTo>
                  <a:pt x="22" y="57"/>
                  <a:pt x="20" y="52"/>
                  <a:pt x="16" y="47"/>
                </a:cubicBezTo>
                <a:cubicBezTo>
                  <a:pt x="12" y="47"/>
                  <a:pt x="6" y="49"/>
                  <a:pt x="2" y="48"/>
                </a:cubicBezTo>
                <a:cubicBezTo>
                  <a:pt x="0" y="42"/>
                  <a:pt x="7" y="35"/>
                  <a:pt x="10" y="28"/>
                </a:cubicBezTo>
                <a:cubicBezTo>
                  <a:pt x="10" y="27"/>
                  <a:pt x="10" y="26"/>
                  <a:pt x="10" y="26"/>
                </a:cubicBezTo>
                <a:cubicBezTo>
                  <a:pt x="13" y="17"/>
                  <a:pt x="15" y="8"/>
                  <a:pt x="18" y="0"/>
                </a:cubicBezTo>
                <a:cubicBezTo>
                  <a:pt x="25" y="0"/>
                  <a:pt x="33" y="4"/>
                  <a:pt x="40" y="5"/>
                </a:cubicBezTo>
                <a:cubicBezTo>
                  <a:pt x="51" y="8"/>
                  <a:pt x="63" y="10"/>
                  <a:pt x="75" y="13"/>
                </a:cubicBezTo>
                <a:cubicBezTo>
                  <a:pt x="81" y="13"/>
                  <a:pt x="88" y="15"/>
                  <a:pt x="94" y="15"/>
                </a:cubicBezTo>
                <a:cubicBezTo>
                  <a:pt x="95" y="15"/>
                  <a:pt x="96" y="14"/>
                  <a:pt x="97" y="16"/>
                </a:cubicBezTo>
                <a:close/>
                <a:moveTo>
                  <a:pt x="20" y="3"/>
                </a:moveTo>
                <a:cubicBezTo>
                  <a:pt x="18" y="8"/>
                  <a:pt x="16" y="13"/>
                  <a:pt x="16" y="18"/>
                </a:cubicBezTo>
                <a:cubicBezTo>
                  <a:pt x="15" y="21"/>
                  <a:pt x="13" y="23"/>
                  <a:pt x="14" y="26"/>
                </a:cubicBezTo>
                <a:cubicBezTo>
                  <a:pt x="31" y="24"/>
                  <a:pt x="48" y="21"/>
                  <a:pt x="65" y="20"/>
                </a:cubicBezTo>
                <a:cubicBezTo>
                  <a:pt x="72" y="18"/>
                  <a:pt x="80" y="19"/>
                  <a:pt x="86" y="17"/>
                </a:cubicBezTo>
                <a:cubicBezTo>
                  <a:pt x="64" y="14"/>
                  <a:pt x="41" y="7"/>
                  <a:pt x="20" y="3"/>
                </a:cubicBezTo>
                <a:close/>
                <a:moveTo>
                  <a:pt x="14" y="38"/>
                </a:moveTo>
                <a:cubicBezTo>
                  <a:pt x="19" y="45"/>
                  <a:pt x="22" y="53"/>
                  <a:pt x="28" y="60"/>
                </a:cubicBezTo>
                <a:cubicBezTo>
                  <a:pt x="46" y="48"/>
                  <a:pt x="64" y="37"/>
                  <a:pt x="82" y="24"/>
                </a:cubicBezTo>
                <a:cubicBezTo>
                  <a:pt x="82" y="23"/>
                  <a:pt x="82" y="23"/>
                  <a:pt x="82" y="23"/>
                </a:cubicBezTo>
                <a:cubicBezTo>
                  <a:pt x="59" y="29"/>
                  <a:pt x="37" y="35"/>
                  <a:pt x="14" y="38"/>
                </a:cubicBezTo>
                <a:close/>
                <a:moveTo>
                  <a:pt x="13" y="29"/>
                </a:moveTo>
                <a:cubicBezTo>
                  <a:pt x="11" y="33"/>
                  <a:pt x="8" y="37"/>
                  <a:pt x="7" y="40"/>
                </a:cubicBezTo>
                <a:cubicBezTo>
                  <a:pt x="9" y="39"/>
                  <a:pt x="9" y="36"/>
                  <a:pt x="12" y="35"/>
                </a:cubicBezTo>
                <a:cubicBezTo>
                  <a:pt x="13" y="35"/>
                  <a:pt x="14" y="35"/>
                  <a:pt x="15" y="36"/>
                </a:cubicBezTo>
                <a:cubicBezTo>
                  <a:pt x="29" y="33"/>
                  <a:pt x="43" y="30"/>
                  <a:pt x="57" y="27"/>
                </a:cubicBezTo>
                <a:cubicBezTo>
                  <a:pt x="64" y="24"/>
                  <a:pt x="70" y="23"/>
                  <a:pt x="77" y="21"/>
                </a:cubicBezTo>
                <a:cubicBezTo>
                  <a:pt x="55" y="23"/>
                  <a:pt x="34" y="25"/>
                  <a:pt x="13" y="29"/>
                </a:cubicBezTo>
                <a:close/>
                <a:moveTo>
                  <a:pt x="6" y="45"/>
                </a:moveTo>
                <a:cubicBezTo>
                  <a:pt x="9" y="46"/>
                  <a:pt x="12" y="44"/>
                  <a:pt x="14" y="44"/>
                </a:cubicBezTo>
                <a:cubicBezTo>
                  <a:pt x="13" y="42"/>
                  <a:pt x="13" y="41"/>
                  <a:pt x="11" y="39"/>
                </a:cubicBezTo>
                <a:cubicBezTo>
                  <a:pt x="10" y="41"/>
                  <a:pt x="8" y="43"/>
                  <a:pt x="6" y="45"/>
                </a:cubicBez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6" name="任意多边形 5"/>
          <p:cNvSpPr/>
          <p:nvPr>
            <p:custDataLst>
              <p:tags r:id="rId5"/>
            </p:custDataLst>
          </p:nvPr>
        </p:nvSpPr>
        <p:spPr>
          <a:xfrm>
            <a:off x="6089179" y="2648113"/>
            <a:ext cx="3975213" cy="317376"/>
          </a:xfrm>
          <a:custGeom>
            <a:avLst/>
            <a:gdLst>
              <a:gd name="connsiteX0" fmla="*/ 0 w 6766560"/>
              <a:gd name="connsiteY0" fmla="*/ 39809 h 361457"/>
              <a:gd name="connsiteX1" fmla="*/ 4411980 w 6766560"/>
              <a:gd name="connsiteY1" fmla="*/ 28379 h 361457"/>
              <a:gd name="connsiteX2" fmla="*/ 4023360 w 6766560"/>
              <a:gd name="connsiteY2" fmla="*/ 359849 h 361457"/>
              <a:gd name="connsiteX3" fmla="*/ 6766560 w 6766560"/>
              <a:gd name="connsiteY3" fmla="*/ 131249 h 361457"/>
              <a:gd name="connsiteX0-1" fmla="*/ 0 w 6766560"/>
              <a:gd name="connsiteY0-2" fmla="*/ 75291 h 398381"/>
              <a:gd name="connsiteX1-3" fmla="*/ 4369154 w 6766560"/>
              <a:gd name="connsiteY1-4" fmla="*/ 18141 h 398381"/>
              <a:gd name="connsiteX2-5" fmla="*/ 4023360 w 6766560"/>
              <a:gd name="connsiteY2-6" fmla="*/ 395331 h 398381"/>
              <a:gd name="connsiteX3-7" fmla="*/ 6766560 w 6766560"/>
              <a:gd name="connsiteY3-8" fmla="*/ 166731 h 398381"/>
              <a:gd name="connsiteX0-9" fmla="*/ 0 w 6766560"/>
              <a:gd name="connsiteY0-10" fmla="*/ 71354 h 339035"/>
              <a:gd name="connsiteX1-11" fmla="*/ 4369154 w 6766560"/>
              <a:gd name="connsiteY1-12" fmla="*/ 14204 h 339035"/>
              <a:gd name="connsiteX2-13" fmla="*/ 4351696 w 6766560"/>
              <a:gd name="connsiteY2-14" fmla="*/ 334244 h 339035"/>
              <a:gd name="connsiteX3-15" fmla="*/ 6766560 w 6766560"/>
              <a:gd name="connsiteY3-16" fmla="*/ 162794 h 339035"/>
              <a:gd name="connsiteX0-17" fmla="*/ 0 w 7194823"/>
              <a:gd name="connsiteY0-18" fmla="*/ 71354 h 334304"/>
              <a:gd name="connsiteX1-19" fmla="*/ 4369154 w 7194823"/>
              <a:gd name="connsiteY1-20" fmla="*/ 14204 h 334304"/>
              <a:gd name="connsiteX2-21" fmla="*/ 4351696 w 7194823"/>
              <a:gd name="connsiteY2-22" fmla="*/ 334244 h 334304"/>
              <a:gd name="connsiteX3-23" fmla="*/ 7194823 w 7194823"/>
              <a:gd name="connsiteY3-24" fmla="*/ 37064 h 334304"/>
              <a:gd name="connsiteX0-25" fmla="*/ 0 w 7194823"/>
              <a:gd name="connsiteY0-26" fmla="*/ 72918 h 358721"/>
              <a:gd name="connsiteX1-27" fmla="*/ 4369154 w 7194823"/>
              <a:gd name="connsiteY1-28" fmla="*/ 15768 h 358721"/>
              <a:gd name="connsiteX2-29" fmla="*/ 4051911 w 7194823"/>
              <a:gd name="connsiteY2-30" fmla="*/ 358668 h 358721"/>
              <a:gd name="connsiteX3-31" fmla="*/ 7194823 w 7194823"/>
              <a:gd name="connsiteY3-32" fmla="*/ 38628 h 358721"/>
              <a:gd name="connsiteX0-33" fmla="*/ 0 w 6454042"/>
              <a:gd name="connsiteY0-34" fmla="*/ 72918 h 359955"/>
              <a:gd name="connsiteX1-35" fmla="*/ 4369154 w 6454042"/>
              <a:gd name="connsiteY1-36" fmla="*/ 15768 h 359955"/>
              <a:gd name="connsiteX2-37" fmla="*/ 4051911 w 6454042"/>
              <a:gd name="connsiteY2-38" fmla="*/ 358668 h 359955"/>
              <a:gd name="connsiteX3-39" fmla="*/ 6454042 w 6454042"/>
              <a:gd name="connsiteY3-40" fmla="*/ 112769 h 359955"/>
              <a:gd name="connsiteX0-41" fmla="*/ 0 w 6454042"/>
              <a:gd name="connsiteY0-42" fmla="*/ 62493 h 349247"/>
              <a:gd name="connsiteX1-43" fmla="*/ 4122228 w 6454042"/>
              <a:gd name="connsiteY1-44" fmla="*/ 17700 h 349247"/>
              <a:gd name="connsiteX2-45" fmla="*/ 4051911 w 6454042"/>
              <a:gd name="connsiteY2-46" fmla="*/ 348243 h 349247"/>
              <a:gd name="connsiteX3-47" fmla="*/ 6454042 w 6454042"/>
              <a:gd name="connsiteY3-48" fmla="*/ 102344 h 349247"/>
              <a:gd name="connsiteX0-49" fmla="*/ 0 w 4341830"/>
              <a:gd name="connsiteY0-50" fmla="*/ 62493 h 348243"/>
              <a:gd name="connsiteX1-51" fmla="*/ 4122228 w 4341830"/>
              <a:gd name="connsiteY1-52" fmla="*/ 17700 h 348243"/>
              <a:gd name="connsiteX2-53" fmla="*/ 4051911 w 4341830"/>
              <a:gd name="connsiteY2-54" fmla="*/ 348243 h 348243"/>
              <a:gd name="connsiteX0-55" fmla="*/ 0 w 4122228"/>
              <a:gd name="connsiteY0-56" fmla="*/ 62493 h 62493"/>
              <a:gd name="connsiteX1-57" fmla="*/ 4122228 w 4122228"/>
              <a:gd name="connsiteY1-58" fmla="*/ 17700 h 62493"/>
              <a:gd name="connsiteX0-59" fmla="*/ 0 w 4122228"/>
              <a:gd name="connsiteY0-60" fmla="*/ 44793 h 66159"/>
              <a:gd name="connsiteX1-61" fmla="*/ 4122228 w 4122228"/>
              <a:gd name="connsiteY1-62" fmla="*/ 0 h 66159"/>
              <a:gd name="connsiteX0-63" fmla="*/ 0 w 4245691"/>
              <a:gd name="connsiteY0-64" fmla="*/ 156004 h 156004"/>
              <a:gd name="connsiteX1-65" fmla="*/ 4245691 w 4245691"/>
              <a:gd name="connsiteY1-66" fmla="*/ 0 h 156004"/>
              <a:gd name="connsiteX0-67" fmla="*/ 0 w 4245691"/>
              <a:gd name="connsiteY0-68" fmla="*/ 156004 h 163985"/>
              <a:gd name="connsiteX1-69" fmla="*/ 4245691 w 4245691"/>
              <a:gd name="connsiteY1-70" fmla="*/ 0 h 163985"/>
              <a:gd name="connsiteX0-71" fmla="*/ 0 w 5449458"/>
              <a:gd name="connsiteY0-72" fmla="*/ 143648 h 143648"/>
              <a:gd name="connsiteX1-73" fmla="*/ 5449458 w 5449458"/>
              <a:gd name="connsiteY1-74" fmla="*/ 0 h 143648"/>
              <a:gd name="connsiteX0-75" fmla="*/ 0 w 5449458"/>
              <a:gd name="connsiteY0-76" fmla="*/ 143648 h 260913"/>
              <a:gd name="connsiteX1-77" fmla="*/ 1990356 w 5449458"/>
              <a:gd name="connsiteY1-78" fmla="*/ 260339 h 260913"/>
              <a:gd name="connsiteX2-79" fmla="*/ 5449458 w 5449458"/>
              <a:gd name="connsiteY2-80" fmla="*/ 0 h 260913"/>
              <a:gd name="connsiteX0-81" fmla="*/ 0 w 4693246"/>
              <a:gd name="connsiteY0-82" fmla="*/ 169 h 463018"/>
              <a:gd name="connsiteX1-83" fmla="*/ 1234144 w 4693246"/>
              <a:gd name="connsiteY1-84" fmla="*/ 462849 h 463018"/>
              <a:gd name="connsiteX2-85" fmla="*/ 4693246 w 4693246"/>
              <a:gd name="connsiteY2-86" fmla="*/ 202510 h 463018"/>
              <a:gd name="connsiteX0-87" fmla="*/ 153395 w 4846641"/>
              <a:gd name="connsiteY0-88" fmla="*/ 0 h 462988"/>
              <a:gd name="connsiteX1-89" fmla="*/ 1387539 w 4846641"/>
              <a:gd name="connsiteY1-90" fmla="*/ 462680 h 462988"/>
              <a:gd name="connsiteX2-91" fmla="*/ 4846641 w 4846641"/>
              <a:gd name="connsiteY2-92" fmla="*/ 202341 h 462988"/>
              <a:gd name="connsiteX0-93" fmla="*/ 212160 w 4457851"/>
              <a:gd name="connsiteY0-94" fmla="*/ 0 h 462988"/>
              <a:gd name="connsiteX1-95" fmla="*/ 998749 w 4457851"/>
              <a:gd name="connsiteY1-96" fmla="*/ 462680 h 462988"/>
              <a:gd name="connsiteX2-97" fmla="*/ 4457851 w 4457851"/>
              <a:gd name="connsiteY2-98" fmla="*/ 202341 h 462988"/>
              <a:gd name="connsiteX0-99" fmla="*/ 238795 w 4484486"/>
              <a:gd name="connsiteY0-100" fmla="*/ 0 h 462868"/>
              <a:gd name="connsiteX1-101" fmla="*/ 1025384 w 4484486"/>
              <a:gd name="connsiteY1-102" fmla="*/ 462680 h 462868"/>
              <a:gd name="connsiteX2-103" fmla="*/ 4484486 w 4484486"/>
              <a:gd name="connsiteY2-104" fmla="*/ 202341 h 462868"/>
              <a:gd name="connsiteX0-105" fmla="*/ 410770 w 4656461"/>
              <a:gd name="connsiteY0-106" fmla="*/ 0 h 425815"/>
              <a:gd name="connsiteX1-107" fmla="*/ 595476 w 4656461"/>
              <a:gd name="connsiteY1-108" fmla="*/ 425610 h 425815"/>
              <a:gd name="connsiteX2-109" fmla="*/ 4656461 w 4656461"/>
              <a:gd name="connsiteY2-110" fmla="*/ 202341 h 425815"/>
              <a:gd name="connsiteX0-111" fmla="*/ 410770 w 4656461"/>
              <a:gd name="connsiteY0-112" fmla="*/ 0 h 364069"/>
              <a:gd name="connsiteX1-113" fmla="*/ 595476 w 4656461"/>
              <a:gd name="connsiteY1-114" fmla="*/ 363827 h 364069"/>
              <a:gd name="connsiteX2-115" fmla="*/ 4656461 w 4656461"/>
              <a:gd name="connsiteY2-116" fmla="*/ 202341 h 364069"/>
              <a:gd name="connsiteX0-117" fmla="*/ 558636 w 4511100"/>
              <a:gd name="connsiteY0-118" fmla="*/ 0 h 388767"/>
              <a:gd name="connsiteX1-119" fmla="*/ 450115 w 4511100"/>
              <a:gd name="connsiteY1-120" fmla="*/ 388541 h 388767"/>
              <a:gd name="connsiteX2-121" fmla="*/ 4511100 w 4511100"/>
              <a:gd name="connsiteY2-122" fmla="*/ 227055 h 388767"/>
              <a:gd name="connsiteX0-123" fmla="*/ 445007 w 4613533"/>
              <a:gd name="connsiteY0-124" fmla="*/ 0 h 413467"/>
              <a:gd name="connsiteX1-125" fmla="*/ 552548 w 4613533"/>
              <a:gd name="connsiteY1-126" fmla="*/ 413255 h 413467"/>
              <a:gd name="connsiteX2-127" fmla="*/ 4613533 w 4613533"/>
              <a:gd name="connsiteY2-128" fmla="*/ 251769 h 413467"/>
              <a:gd name="connsiteX0-129" fmla="*/ 437894 w 4606420"/>
              <a:gd name="connsiteY0-130" fmla="*/ 0 h 351722"/>
              <a:gd name="connsiteX1-131" fmla="*/ 560868 w 4606420"/>
              <a:gd name="connsiteY1-132" fmla="*/ 351471 h 351722"/>
              <a:gd name="connsiteX2-133" fmla="*/ 4606420 w 4606420"/>
              <a:gd name="connsiteY2-134" fmla="*/ 251769 h 351722"/>
              <a:gd name="connsiteX0-135" fmla="*/ 424068 w 4592594"/>
              <a:gd name="connsiteY0-136" fmla="*/ 0 h 401116"/>
              <a:gd name="connsiteX1-137" fmla="*/ 577907 w 4592594"/>
              <a:gd name="connsiteY1-138" fmla="*/ 400898 h 401116"/>
              <a:gd name="connsiteX2-139" fmla="*/ 4592594 w 4592594"/>
              <a:gd name="connsiteY2-140" fmla="*/ 251769 h 401116"/>
              <a:gd name="connsiteX0-141" fmla="*/ 424068 w 4592594"/>
              <a:gd name="connsiteY0-142" fmla="*/ 0 h 401116"/>
              <a:gd name="connsiteX1-143" fmla="*/ 577907 w 4592594"/>
              <a:gd name="connsiteY1-144" fmla="*/ 400898 h 401116"/>
              <a:gd name="connsiteX2-145" fmla="*/ 4592594 w 4592594"/>
              <a:gd name="connsiteY2-146" fmla="*/ 338266 h 401116"/>
              <a:gd name="connsiteX0-147" fmla="*/ 391353 w 4638179"/>
              <a:gd name="connsiteY0-148" fmla="*/ 0 h 401116"/>
              <a:gd name="connsiteX1-149" fmla="*/ 623492 w 4638179"/>
              <a:gd name="connsiteY1-150" fmla="*/ 400898 h 401116"/>
              <a:gd name="connsiteX2-151" fmla="*/ 4638179 w 4638179"/>
              <a:gd name="connsiteY2-152" fmla="*/ 338266 h 401116"/>
              <a:gd name="connsiteX0-153" fmla="*/ 391353 w 4904398"/>
              <a:gd name="connsiteY0-154" fmla="*/ 0 h 401116"/>
              <a:gd name="connsiteX1-155" fmla="*/ 623492 w 4904398"/>
              <a:gd name="connsiteY1-156" fmla="*/ 400898 h 401116"/>
              <a:gd name="connsiteX2-157" fmla="*/ 4904398 w 4904398"/>
              <a:gd name="connsiteY2-158" fmla="*/ 322224 h 40111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4904398" h="401116">
                <a:moveTo>
                  <a:pt x="391353" y="0"/>
                </a:moveTo>
                <a:cubicBezTo>
                  <a:pt x="-226127" y="38897"/>
                  <a:pt x="-86259" y="411428"/>
                  <a:pt x="623492" y="400898"/>
                </a:cubicBezTo>
                <a:lnTo>
                  <a:pt x="4904398" y="322224"/>
                </a:lnTo>
              </a:path>
            </a:pathLst>
          </a:custGeom>
          <a:noFill/>
          <a:ln w="25400" cap="rnd">
            <a:solidFill>
              <a:schemeClr val="accent6">
                <a:lumMod val="75000"/>
              </a:schemeClr>
            </a:solidFill>
            <a:prstDash val="dash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6625590" y="2386330"/>
            <a:ext cx="370776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None/>
            </a:pPr>
            <a:r>
              <a:rPr lang="en-US" altLang="zh-CN" sz="2800" b="1" kern="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2.</a:t>
            </a:r>
            <a:r>
              <a:rPr lang="zh-CN" altLang="en-US" sz="2800" b="1" kern="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需求分析与系统架构</a:t>
            </a:r>
            <a:endParaRPr lang="zh-CN" altLang="en-US" sz="2800" b="1" kern="1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8" name="Freeform 34"/>
          <p:cNvSpPr>
            <a:spLocks noEditPoints="1"/>
          </p:cNvSpPr>
          <p:nvPr>
            <p:custDataLst>
              <p:tags r:id="rId7"/>
            </p:custDataLst>
          </p:nvPr>
        </p:nvSpPr>
        <p:spPr bwMode="auto">
          <a:xfrm>
            <a:off x="10169756" y="3867052"/>
            <a:ext cx="793394" cy="459363"/>
          </a:xfrm>
          <a:custGeom>
            <a:avLst/>
            <a:gdLst>
              <a:gd name="T0" fmla="*/ 97 w 97"/>
              <a:gd name="T1" fmla="*/ 16 h 63"/>
              <a:gd name="T2" fmla="*/ 90 w 97"/>
              <a:gd name="T3" fmla="*/ 22 h 63"/>
              <a:gd name="T4" fmla="*/ 75 w 97"/>
              <a:gd name="T5" fmla="*/ 33 h 63"/>
              <a:gd name="T6" fmla="*/ 46 w 97"/>
              <a:gd name="T7" fmla="*/ 51 h 63"/>
              <a:gd name="T8" fmla="*/ 29 w 97"/>
              <a:gd name="T9" fmla="*/ 63 h 63"/>
              <a:gd name="T10" fmla="*/ 26 w 97"/>
              <a:gd name="T11" fmla="*/ 62 h 63"/>
              <a:gd name="T12" fmla="*/ 16 w 97"/>
              <a:gd name="T13" fmla="*/ 47 h 63"/>
              <a:gd name="T14" fmla="*/ 2 w 97"/>
              <a:gd name="T15" fmla="*/ 48 h 63"/>
              <a:gd name="T16" fmla="*/ 10 w 97"/>
              <a:gd name="T17" fmla="*/ 28 h 63"/>
              <a:gd name="T18" fmla="*/ 10 w 97"/>
              <a:gd name="T19" fmla="*/ 26 h 63"/>
              <a:gd name="T20" fmla="*/ 18 w 97"/>
              <a:gd name="T21" fmla="*/ 0 h 63"/>
              <a:gd name="T22" fmla="*/ 40 w 97"/>
              <a:gd name="T23" fmla="*/ 5 h 63"/>
              <a:gd name="T24" fmla="*/ 75 w 97"/>
              <a:gd name="T25" fmla="*/ 13 h 63"/>
              <a:gd name="T26" fmla="*/ 94 w 97"/>
              <a:gd name="T27" fmla="*/ 15 h 63"/>
              <a:gd name="T28" fmla="*/ 97 w 97"/>
              <a:gd name="T29" fmla="*/ 16 h 63"/>
              <a:gd name="T30" fmla="*/ 20 w 97"/>
              <a:gd name="T31" fmla="*/ 3 h 63"/>
              <a:gd name="T32" fmla="*/ 16 w 97"/>
              <a:gd name="T33" fmla="*/ 18 h 63"/>
              <a:gd name="T34" fmla="*/ 14 w 97"/>
              <a:gd name="T35" fmla="*/ 26 h 63"/>
              <a:gd name="T36" fmla="*/ 65 w 97"/>
              <a:gd name="T37" fmla="*/ 20 h 63"/>
              <a:gd name="T38" fmla="*/ 86 w 97"/>
              <a:gd name="T39" fmla="*/ 17 h 63"/>
              <a:gd name="T40" fmla="*/ 20 w 97"/>
              <a:gd name="T41" fmla="*/ 3 h 63"/>
              <a:gd name="T42" fmla="*/ 14 w 97"/>
              <a:gd name="T43" fmla="*/ 38 h 63"/>
              <a:gd name="T44" fmla="*/ 28 w 97"/>
              <a:gd name="T45" fmla="*/ 60 h 63"/>
              <a:gd name="T46" fmla="*/ 82 w 97"/>
              <a:gd name="T47" fmla="*/ 24 h 63"/>
              <a:gd name="T48" fmla="*/ 82 w 97"/>
              <a:gd name="T49" fmla="*/ 23 h 63"/>
              <a:gd name="T50" fmla="*/ 14 w 97"/>
              <a:gd name="T51" fmla="*/ 38 h 63"/>
              <a:gd name="T52" fmla="*/ 13 w 97"/>
              <a:gd name="T53" fmla="*/ 29 h 63"/>
              <a:gd name="T54" fmla="*/ 7 w 97"/>
              <a:gd name="T55" fmla="*/ 40 h 63"/>
              <a:gd name="T56" fmla="*/ 12 w 97"/>
              <a:gd name="T57" fmla="*/ 35 h 63"/>
              <a:gd name="T58" fmla="*/ 15 w 97"/>
              <a:gd name="T59" fmla="*/ 36 h 63"/>
              <a:gd name="T60" fmla="*/ 57 w 97"/>
              <a:gd name="T61" fmla="*/ 27 h 63"/>
              <a:gd name="T62" fmla="*/ 77 w 97"/>
              <a:gd name="T63" fmla="*/ 21 h 63"/>
              <a:gd name="T64" fmla="*/ 13 w 97"/>
              <a:gd name="T65" fmla="*/ 29 h 63"/>
              <a:gd name="T66" fmla="*/ 6 w 97"/>
              <a:gd name="T67" fmla="*/ 45 h 63"/>
              <a:gd name="T68" fmla="*/ 14 w 97"/>
              <a:gd name="T69" fmla="*/ 44 h 63"/>
              <a:gd name="T70" fmla="*/ 11 w 97"/>
              <a:gd name="T71" fmla="*/ 39 h 63"/>
              <a:gd name="T72" fmla="*/ 6 w 97"/>
              <a:gd name="T73" fmla="*/ 45 h 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97" h="63">
                <a:moveTo>
                  <a:pt x="97" y="16"/>
                </a:moveTo>
                <a:cubicBezTo>
                  <a:pt x="96" y="20"/>
                  <a:pt x="92" y="19"/>
                  <a:pt x="90" y="22"/>
                </a:cubicBezTo>
                <a:cubicBezTo>
                  <a:pt x="85" y="24"/>
                  <a:pt x="80" y="29"/>
                  <a:pt x="75" y="33"/>
                </a:cubicBezTo>
                <a:cubicBezTo>
                  <a:pt x="65" y="38"/>
                  <a:pt x="56" y="45"/>
                  <a:pt x="46" y="51"/>
                </a:cubicBezTo>
                <a:cubicBezTo>
                  <a:pt x="40" y="54"/>
                  <a:pt x="35" y="58"/>
                  <a:pt x="29" y="63"/>
                </a:cubicBezTo>
                <a:cubicBezTo>
                  <a:pt x="28" y="62"/>
                  <a:pt x="27" y="62"/>
                  <a:pt x="26" y="62"/>
                </a:cubicBezTo>
                <a:cubicBezTo>
                  <a:pt x="22" y="57"/>
                  <a:pt x="20" y="52"/>
                  <a:pt x="16" y="47"/>
                </a:cubicBezTo>
                <a:cubicBezTo>
                  <a:pt x="12" y="47"/>
                  <a:pt x="6" y="49"/>
                  <a:pt x="2" y="48"/>
                </a:cubicBezTo>
                <a:cubicBezTo>
                  <a:pt x="0" y="42"/>
                  <a:pt x="7" y="35"/>
                  <a:pt x="10" y="28"/>
                </a:cubicBezTo>
                <a:cubicBezTo>
                  <a:pt x="10" y="27"/>
                  <a:pt x="10" y="26"/>
                  <a:pt x="10" y="26"/>
                </a:cubicBezTo>
                <a:cubicBezTo>
                  <a:pt x="13" y="17"/>
                  <a:pt x="15" y="8"/>
                  <a:pt x="18" y="0"/>
                </a:cubicBezTo>
                <a:cubicBezTo>
                  <a:pt x="25" y="0"/>
                  <a:pt x="33" y="4"/>
                  <a:pt x="40" y="5"/>
                </a:cubicBezTo>
                <a:cubicBezTo>
                  <a:pt x="51" y="8"/>
                  <a:pt x="63" y="10"/>
                  <a:pt x="75" y="13"/>
                </a:cubicBezTo>
                <a:cubicBezTo>
                  <a:pt x="81" y="13"/>
                  <a:pt x="88" y="15"/>
                  <a:pt x="94" y="15"/>
                </a:cubicBezTo>
                <a:cubicBezTo>
                  <a:pt x="95" y="15"/>
                  <a:pt x="96" y="14"/>
                  <a:pt x="97" y="16"/>
                </a:cubicBezTo>
                <a:close/>
                <a:moveTo>
                  <a:pt x="20" y="3"/>
                </a:moveTo>
                <a:cubicBezTo>
                  <a:pt x="18" y="8"/>
                  <a:pt x="16" y="13"/>
                  <a:pt x="16" y="18"/>
                </a:cubicBezTo>
                <a:cubicBezTo>
                  <a:pt x="15" y="21"/>
                  <a:pt x="13" y="23"/>
                  <a:pt x="14" y="26"/>
                </a:cubicBezTo>
                <a:cubicBezTo>
                  <a:pt x="31" y="24"/>
                  <a:pt x="48" y="21"/>
                  <a:pt x="65" y="20"/>
                </a:cubicBezTo>
                <a:cubicBezTo>
                  <a:pt x="72" y="18"/>
                  <a:pt x="80" y="19"/>
                  <a:pt x="86" y="17"/>
                </a:cubicBezTo>
                <a:cubicBezTo>
                  <a:pt x="64" y="14"/>
                  <a:pt x="41" y="7"/>
                  <a:pt x="20" y="3"/>
                </a:cubicBezTo>
                <a:close/>
                <a:moveTo>
                  <a:pt x="14" y="38"/>
                </a:moveTo>
                <a:cubicBezTo>
                  <a:pt x="19" y="45"/>
                  <a:pt x="22" y="53"/>
                  <a:pt x="28" y="60"/>
                </a:cubicBezTo>
                <a:cubicBezTo>
                  <a:pt x="46" y="48"/>
                  <a:pt x="64" y="37"/>
                  <a:pt x="82" y="24"/>
                </a:cubicBezTo>
                <a:cubicBezTo>
                  <a:pt x="82" y="23"/>
                  <a:pt x="82" y="23"/>
                  <a:pt x="82" y="23"/>
                </a:cubicBezTo>
                <a:cubicBezTo>
                  <a:pt x="59" y="29"/>
                  <a:pt x="37" y="35"/>
                  <a:pt x="14" y="38"/>
                </a:cubicBezTo>
                <a:close/>
                <a:moveTo>
                  <a:pt x="13" y="29"/>
                </a:moveTo>
                <a:cubicBezTo>
                  <a:pt x="11" y="33"/>
                  <a:pt x="8" y="37"/>
                  <a:pt x="7" y="40"/>
                </a:cubicBezTo>
                <a:cubicBezTo>
                  <a:pt x="9" y="39"/>
                  <a:pt x="9" y="36"/>
                  <a:pt x="12" y="35"/>
                </a:cubicBezTo>
                <a:cubicBezTo>
                  <a:pt x="13" y="35"/>
                  <a:pt x="14" y="35"/>
                  <a:pt x="15" y="36"/>
                </a:cubicBezTo>
                <a:cubicBezTo>
                  <a:pt x="29" y="33"/>
                  <a:pt x="43" y="30"/>
                  <a:pt x="57" y="27"/>
                </a:cubicBezTo>
                <a:cubicBezTo>
                  <a:pt x="64" y="24"/>
                  <a:pt x="70" y="23"/>
                  <a:pt x="77" y="21"/>
                </a:cubicBezTo>
                <a:cubicBezTo>
                  <a:pt x="55" y="23"/>
                  <a:pt x="34" y="25"/>
                  <a:pt x="13" y="29"/>
                </a:cubicBezTo>
                <a:close/>
                <a:moveTo>
                  <a:pt x="6" y="45"/>
                </a:moveTo>
                <a:cubicBezTo>
                  <a:pt x="9" y="46"/>
                  <a:pt x="12" y="44"/>
                  <a:pt x="14" y="44"/>
                </a:cubicBezTo>
                <a:cubicBezTo>
                  <a:pt x="13" y="42"/>
                  <a:pt x="13" y="41"/>
                  <a:pt x="11" y="39"/>
                </a:cubicBezTo>
                <a:cubicBezTo>
                  <a:pt x="10" y="41"/>
                  <a:pt x="8" y="43"/>
                  <a:pt x="6" y="45"/>
                </a:cubicBez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9" name="任意多边形 8"/>
          <p:cNvSpPr/>
          <p:nvPr>
            <p:custDataLst>
              <p:tags r:id="rId8"/>
            </p:custDataLst>
          </p:nvPr>
        </p:nvSpPr>
        <p:spPr>
          <a:xfrm>
            <a:off x="6125343" y="4049228"/>
            <a:ext cx="3975213" cy="317376"/>
          </a:xfrm>
          <a:custGeom>
            <a:avLst/>
            <a:gdLst>
              <a:gd name="connsiteX0" fmla="*/ 0 w 6766560"/>
              <a:gd name="connsiteY0" fmla="*/ 39809 h 361457"/>
              <a:gd name="connsiteX1" fmla="*/ 4411980 w 6766560"/>
              <a:gd name="connsiteY1" fmla="*/ 28379 h 361457"/>
              <a:gd name="connsiteX2" fmla="*/ 4023360 w 6766560"/>
              <a:gd name="connsiteY2" fmla="*/ 359849 h 361457"/>
              <a:gd name="connsiteX3" fmla="*/ 6766560 w 6766560"/>
              <a:gd name="connsiteY3" fmla="*/ 131249 h 361457"/>
              <a:gd name="connsiteX0-1" fmla="*/ 0 w 6766560"/>
              <a:gd name="connsiteY0-2" fmla="*/ 75291 h 398381"/>
              <a:gd name="connsiteX1-3" fmla="*/ 4369154 w 6766560"/>
              <a:gd name="connsiteY1-4" fmla="*/ 18141 h 398381"/>
              <a:gd name="connsiteX2-5" fmla="*/ 4023360 w 6766560"/>
              <a:gd name="connsiteY2-6" fmla="*/ 395331 h 398381"/>
              <a:gd name="connsiteX3-7" fmla="*/ 6766560 w 6766560"/>
              <a:gd name="connsiteY3-8" fmla="*/ 166731 h 398381"/>
              <a:gd name="connsiteX0-9" fmla="*/ 0 w 6766560"/>
              <a:gd name="connsiteY0-10" fmla="*/ 71354 h 339035"/>
              <a:gd name="connsiteX1-11" fmla="*/ 4369154 w 6766560"/>
              <a:gd name="connsiteY1-12" fmla="*/ 14204 h 339035"/>
              <a:gd name="connsiteX2-13" fmla="*/ 4351696 w 6766560"/>
              <a:gd name="connsiteY2-14" fmla="*/ 334244 h 339035"/>
              <a:gd name="connsiteX3-15" fmla="*/ 6766560 w 6766560"/>
              <a:gd name="connsiteY3-16" fmla="*/ 162794 h 339035"/>
              <a:gd name="connsiteX0-17" fmla="*/ 0 w 7194823"/>
              <a:gd name="connsiteY0-18" fmla="*/ 71354 h 334304"/>
              <a:gd name="connsiteX1-19" fmla="*/ 4369154 w 7194823"/>
              <a:gd name="connsiteY1-20" fmla="*/ 14204 h 334304"/>
              <a:gd name="connsiteX2-21" fmla="*/ 4351696 w 7194823"/>
              <a:gd name="connsiteY2-22" fmla="*/ 334244 h 334304"/>
              <a:gd name="connsiteX3-23" fmla="*/ 7194823 w 7194823"/>
              <a:gd name="connsiteY3-24" fmla="*/ 37064 h 334304"/>
              <a:gd name="connsiteX0-25" fmla="*/ 0 w 7194823"/>
              <a:gd name="connsiteY0-26" fmla="*/ 72918 h 358721"/>
              <a:gd name="connsiteX1-27" fmla="*/ 4369154 w 7194823"/>
              <a:gd name="connsiteY1-28" fmla="*/ 15768 h 358721"/>
              <a:gd name="connsiteX2-29" fmla="*/ 4051911 w 7194823"/>
              <a:gd name="connsiteY2-30" fmla="*/ 358668 h 358721"/>
              <a:gd name="connsiteX3-31" fmla="*/ 7194823 w 7194823"/>
              <a:gd name="connsiteY3-32" fmla="*/ 38628 h 358721"/>
              <a:gd name="connsiteX0-33" fmla="*/ 0 w 6454042"/>
              <a:gd name="connsiteY0-34" fmla="*/ 72918 h 359955"/>
              <a:gd name="connsiteX1-35" fmla="*/ 4369154 w 6454042"/>
              <a:gd name="connsiteY1-36" fmla="*/ 15768 h 359955"/>
              <a:gd name="connsiteX2-37" fmla="*/ 4051911 w 6454042"/>
              <a:gd name="connsiteY2-38" fmla="*/ 358668 h 359955"/>
              <a:gd name="connsiteX3-39" fmla="*/ 6454042 w 6454042"/>
              <a:gd name="connsiteY3-40" fmla="*/ 112769 h 359955"/>
              <a:gd name="connsiteX0-41" fmla="*/ 0 w 6454042"/>
              <a:gd name="connsiteY0-42" fmla="*/ 62493 h 349247"/>
              <a:gd name="connsiteX1-43" fmla="*/ 4122228 w 6454042"/>
              <a:gd name="connsiteY1-44" fmla="*/ 17700 h 349247"/>
              <a:gd name="connsiteX2-45" fmla="*/ 4051911 w 6454042"/>
              <a:gd name="connsiteY2-46" fmla="*/ 348243 h 349247"/>
              <a:gd name="connsiteX3-47" fmla="*/ 6454042 w 6454042"/>
              <a:gd name="connsiteY3-48" fmla="*/ 102344 h 349247"/>
              <a:gd name="connsiteX0-49" fmla="*/ 0 w 4341830"/>
              <a:gd name="connsiteY0-50" fmla="*/ 62493 h 348243"/>
              <a:gd name="connsiteX1-51" fmla="*/ 4122228 w 4341830"/>
              <a:gd name="connsiteY1-52" fmla="*/ 17700 h 348243"/>
              <a:gd name="connsiteX2-53" fmla="*/ 4051911 w 4341830"/>
              <a:gd name="connsiteY2-54" fmla="*/ 348243 h 348243"/>
              <a:gd name="connsiteX0-55" fmla="*/ 0 w 4122228"/>
              <a:gd name="connsiteY0-56" fmla="*/ 62493 h 62493"/>
              <a:gd name="connsiteX1-57" fmla="*/ 4122228 w 4122228"/>
              <a:gd name="connsiteY1-58" fmla="*/ 17700 h 62493"/>
              <a:gd name="connsiteX0-59" fmla="*/ 0 w 4122228"/>
              <a:gd name="connsiteY0-60" fmla="*/ 44793 h 66159"/>
              <a:gd name="connsiteX1-61" fmla="*/ 4122228 w 4122228"/>
              <a:gd name="connsiteY1-62" fmla="*/ 0 h 66159"/>
              <a:gd name="connsiteX0-63" fmla="*/ 0 w 4245691"/>
              <a:gd name="connsiteY0-64" fmla="*/ 156004 h 156004"/>
              <a:gd name="connsiteX1-65" fmla="*/ 4245691 w 4245691"/>
              <a:gd name="connsiteY1-66" fmla="*/ 0 h 156004"/>
              <a:gd name="connsiteX0-67" fmla="*/ 0 w 4245691"/>
              <a:gd name="connsiteY0-68" fmla="*/ 156004 h 163985"/>
              <a:gd name="connsiteX1-69" fmla="*/ 4245691 w 4245691"/>
              <a:gd name="connsiteY1-70" fmla="*/ 0 h 163985"/>
              <a:gd name="connsiteX0-71" fmla="*/ 0 w 5449458"/>
              <a:gd name="connsiteY0-72" fmla="*/ 143648 h 143648"/>
              <a:gd name="connsiteX1-73" fmla="*/ 5449458 w 5449458"/>
              <a:gd name="connsiteY1-74" fmla="*/ 0 h 143648"/>
              <a:gd name="connsiteX0-75" fmla="*/ 0 w 5449458"/>
              <a:gd name="connsiteY0-76" fmla="*/ 143648 h 260913"/>
              <a:gd name="connsiteX1-77" fmla="*/ 1990356 w 5449458"/>
              <a:gd name="connsiteY1-78" fmla="*/ 260339 h 260913"/>
              <a:gd name="connsiteX2-79" fmla="*/ 5449458 w 5449458"/>
              <a:gd name="connsiteY2-80" fmla="*/ 0 h 260913"/>
              <a:gd name="connsiteX0-81" fmla="*/ 0 w 4693246"/>
              <a:gd name="connsiteY0-82" fmla="*/ 169 h 463018"/>
              <a:gd name="connsiteX1-83" fmla="*/ 1234144 w 4693246"/>
              <a:gd name="connsiteY1-84" fmla="*/ 462849 h 463018"/>
              <a:gd name="connsiteX2-85" fmla="*/ 4693246 w 4693246"/>
              <a:gd name="connsiteY2-86" fmla="*/ 202510 h 463018"/>
              <a:gd name="connsiteX0-87" fmla="*/ 153395 w 4846641"/>
              <a:gd name="connsiteY0-88" fmla="*/ 0 h 462988"/>
              <a:gd name="connsiteX1-89" fmla="*/ 1387539 w 4846641"/>
              <a:gd name="connsiteY1-90" fmla="*/ 462680 h 462988"/>
              <a:gd name="connsiteX2-91" fmla="*/ 4846641 w 4846641"/>
              <a:gd name="connsiteY2-92" fmla="*/ 202341 h 462988"/>
              <a:gd name="connsiteX0-93" fmla="*/ 212160 w 4457851"/>
              <a:gd name="connsiteY0-94" fmla="*/ 0 h 462988"/>
              <a:gd name="connsiteX1-95" fmla="*/ 998749 w 4457851"/>
              <a:gd name="connsiteY1-96" fmla="*/ 462680 h 462988"/>
              <a:gd name="connsiteX2-97" fmla="*/ 4457851 w 4457851"/>
              <a:gd name="connsiteY2-98" fmla="*/ 202341 h 462988"/>
              <a:gd name="connsiteX0-99" fmla="*/ 238795 w 4484486"/>
              <a:gd name="connsiteY0-100" fmla="*/ 0 h 462868"/>
              <a:gd name="connsiteX1-101" fmla="*/ 1025384 w 4484486"/>
              <a:gd name="connsiteY1-102" fmla="*/ 462680 h 462868"/>
              <a:gd name="connsiteX2-103" fmla="*/ 4484486 w 4484486"/>
              <a:gd name="connsiteY2-104" fmla="*/ 202341 h 462868"/>
              <a:gd name="connsiteX0-105" fmla="*/ 410770 w 4656461"/>
              <a:gd name="connsiteY0-106" fmla="*/ 0 h 425815"/>
              <a:gd name="connsiteX1-107" fmla="*/ 595476 w 4656461"/>
              <a:gd name="connsiteY1-108" fmla="*/ 425610 h 425815"/>
              <a:gd name="connsiteX2-109" fmla="*/ 4656461 w 4656461"/>
              <a:gd name="connsiteY2-110" fmla="*/ 202341 h 425815"/>
              <a:gd name="connsiteX0-111" fmla="*/ 410770 w 4656461"/>
              <a:gd name="connsiteY0-112" fmla="*/ 0 h 364069"/>
              <a:gd name="connsiteX1-113" fmla="*/ 595476 w 4656461"/>
              <a:gd name="connsiteY1-114" fmla="*/ 363827 h 364069"/>
              <a:gd name="connsiteX2-115" fmla="*/ 4656461 w 4656461"/>
              <a:gd name="connsiteY2-116" fmla="*/ 202341 h 364069"/>
              <a:gd name="connsiteX0-117" fmla="*/ 558636 w 4511100"/>
              <a:gd name="connsiteY0-118" fmla="*/ 0 h 388767"/>
              <a:gd name="connsiteX1-119" fmla="*/ 450115 w 4511100"/>
              <a:gd name="connsiteY1-120" fmla="*/ 388541 h 388767"/>
              <a:gd name="connsiteX2-121" fmla="*/ 4511100 w 4511100"/>
              <a:gd name="connsiteY2-122" fmla="*/ 227055 h 388767"/>
              <a:gd name="connsiteX0-123" fmla="*/ 445007 w 4613533"/>
              <a:gd name="connsiteY0-124" fmla="*/ 0 h 413467"/>
              <a:gd name="connsiteX1-125" fmla="*/ 552548 w 4613533"/>
              <a:gd name="connsiteY1-126" fmla="*/ 413255 h 413467"/>
              <a:gd name="connsiteX2-127" fmla="*/ 4613533 w 4613533"/>
              <a:gd name="connsiteY2-128" fmla="*/ 251769 h 413467"/>
              <a:gd name="connsiteX0-129" fmla="*/ 437894 w 4606420"/>
              <a:gd name="connsiteY0-130" fmla="*/ 0 h 351722"/>
              <a:gd name="connsiteX1-131" fmla="*/ 560868 w 4606420"/>
              <a:gd name="connsiteY1-132" fmla="*/ 351471 h 351722"/>
              <a:gd name="connsiteX2-133" fmla="*/ 4606420 w 4606420"/>
              <a:gd name="connsiteY2-134" fmla="*/ 251769 h 351722"/>
              <a:gd name="connsiteX0-135" fmla="*/ 424068 w 4592594"/>
              <a:gd name="connsiteY0-136" fmla="*/ 0 h 401116"/>
              <a:gd name="connsiteX1-137" fmla="*/ 577907 w 4592594"/>
              <a:gd name="connsiteY1-138" fmla="*/ 400898 h 401116"/>
              <a:gd name="connsiteX2-139" fmla="*/ 4592594 w 4592594"/>
              <a:gd name="connsiteY2-140" fmla="*/ 251769 h 401116"/>
              <a:gd name="connsiteX0-141" fmla="*/ 424068 w 4592594"/>
              <a:gd name="connsiteY0-142" fmla="*/ 0 h 401116"/>
              <a:gd name="connsiteX1-143" fmla="*/ 577907 w 4592594"/>
              <a:gd name="connsiteY1-144" fmla="*/ 400898 h 401116"/>
              <a:gd name="connsiteX2-145" fmla="*/ 4592594 w 4592594"/>
              <a:gd name="connsiteY2-146" fmla="*/ 338266 h 401116"/>
              <a:gd name="connsiteX0-147" fmla="*/ 391353 w 4638179"/>
              <a:gd name="connsiteY0-148" fmla="*/ 0 h 401116"/>
              <a:gd name="connsiteX1-149" fmla="*/ 623492 w 4638179"/>
              <a:gd name="connsiteY1-150" fmla="*/ 400898 h 401116"/>
              <a:gd name="connsiteX2-151" fmla="*/ 4638179 w 4638179"/>
              <a:gd name="connsiteY2-152" fmla="*/ 338266 h 401116"/>
              <a:gd name="connsiteX0-153" fmla="*/ 391353 w 4904398"/>
              <a:gd name="connsiteY0-154" fmla="*/ 0 h 401116"/>
              <a:gd name="connsiteX1-155" fmla="*/ 623492 w 4904398"/>
              <a:gd name="connsiteY1-156" fmla="*/ 400898 h 401116"/>
              <a:gd name="connsiteX2-157" fmla="*/ 4904398 w 4904398"/>
              <a:gd name="connsiteY2-158" fmla="*/ 322224 h 40111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4904398" h="401116">
                <a:moveTo>
                  <a:pt x="391353" y="0"/>
                </a:moveTo>
                <a:cubicBezTo>
                  <a:pt x="-226127" y="38897"/>
                  <a:pt x="-86259" y="411428"/>
                  <a:pt x="623492" y="400898"/>
                </a:cubicBezTo>
                <a:lnTo>
                  <a:pt x="4904398" y="322224"/>
                </a:lnTo>
              </a:path>
            </a:pathLst>
          </a:custGeom>
          <a:noFill/>
          <a:ln w="25400" cap="rnd">
            <a:solidFill>
              <a:schemeClr val="accent6">
                <a:lumMod val="75000"/>
              </a:schemeClr>
            </a:solidFill>
            <a:prstDash val="dash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0" name="文本框 9"/>
          <p:cNvSpPr txBox="1"/>
          <p:nvPr>
            <p:custDataLst>
              <p:tags r:id="rId9"/>
            </p:custDataLst>
          </p:nvPr>
        </p:nvSpPr>
        <p:spPr>
          <a:xfrm>
            <a:off x="6661790" y="3787618"/>
            <a:ext cx="3339147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2800" b="1" dirty="0">
                <a:solidFill>
                  <a:schemeClr val="accent6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</a:t>
            </a:r>
            <a:r>
              <a:rPr lang="zh-CN" altLang="en-US" sz="2800" b="1" dirty="0">
                <a:solidFill>
                  <a:schemeClr val="accent6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系统设计与实现</a:t>
            </a:r>
            <a:endParaRPr lang="zh-CN" altLang="en-US" sz="2800" b="1" dirty="0">
              <a:solidFill>
                <a:schemeClr val="accent6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223739" y="2758791"/>
            <a:ext cx="361225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600" dirty="0">
                <a:solidFill>
                  <a:schemeClr val="accent6">
                    <a:lumMod val="50000"/>
                  </a:schemeClr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目 录</a:t>
            </a:r>
            <a:r>
              <a:rPr lang="en-US" altLang="zh-CN" sz="2400" b="1" dirty="0">
                <a:solidFill>
                  <a:schemeClr val="accent6">
                    <a:lumMod val="50000"/>
                  </a:schemeClr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/contents</a:t>
            </a:r>
            <a:endParaRPr lang="en-US" altLang="zh-CN" sz="2400" b="1" dirty="0">
              <a:solidFill>
                <a:schemeClr val="accent6">
                  <a:lumMod val="50000"/>
                </a:schemeClr>
              </a:solidFill>
              <a:latin typeface="华文隶书" panose="02010800040101010101" pitchFamily="2" charset="-122"/>
              <a:ea typeface="华文隶书" panose="02010800040101010101" pitchFamily="2" charset="-122"/>
            </a:endParaRPr>
          </a:p>
        </p:txBody>
      </p:sp>
      <p:grpSp>
        <p:nvGrpSpPr>
          <p:cNvPr id="19" name="Group 4"/>
          <p:cNvGrpSpPr>
            <a:grpSpLocks noChangeAspect="1"/>
          </p:cNvGrpSpPr>
          <p:nvPr>
            <p:custDataLst>
              <p:tags r:id="rId10"/>
            </p:custDataLst>
          </p:nvPr>
        </p:nvGrpSpPr>
        <p:grpSpPr bwMode="auto">
          <a:xfrm flipV="1">
            <a:off x="5995980" y="1871427"/>
            <a:ext cx="739929" cy="763583"/>
            <a:chOff x="1308" y="1009"/>
            <a:chExt cx="1001" cy="1033"/>
          </a:xfrm>
          <a:noFill/>
        </p:grpSpPr>
        <p:sp>
          <p:nvSpPr>
            <p:cNvPr id="20" name="Freeform 5"/>
            <p:cNvSpPr/>
            <p:nvPr>
              <p:custDataLst>
                <p:tags r:id="rId11"/>
              </p:custDataLst>
            </p:nvPr>
          </p:nvSpPr>
          <p:spPr bwMode="auto">
            <a:xfrm>
              <a:off x="1533" y="1009"/>
              <a:ext cx="571" cy="830"/>
            </a:xfrm>
            <a:custGeom>
              <a:avLst/>
              <a:gdLst>
                <a:gd name="T0" fmla="*/ 404 w 439"/>
                <a:gd name="T1" fmla="*/ 298 h 638"/>
                <a:gd name="T2" fmla="*/ 321 w 439"/>
                <a:gd name="T3" fmla="*/ 223 h 638"/>
                <a:gd name="T4" fmla="*/ 321 w 439"/>
                <a:gd name="T5" fmla="*/ 50 h 638"/>
                <a:gd name="T6" fmla="*/ 318 w 439"/>
                <a:gd name="T7" fmla="*/ 41 h 638"/>
                <a:gd name="T8" fmla="*/ 221 w 439"/>
                <a:gd name="T9" fmla="*/ 0 h 638"/>
                <a:gd name="T10" fmla="*/ 118 w 439"/>
                <a:gd name="T11" fmla="*/ 40 h 638"/>
                <a:gd name="T12" fmla="*/ 114 w 439"/>
                <a:gd name="T13" fmla="*/ 50 h 638"/>
                <a:gd name="T14" fmla="*/ 114 w 439"/>
                <a:gd name="T15" fmla="*/ 225 h 638"/>
                <a:gd name="T16" fmla="*/ 34 w 439"/>
                <a:gd name="T17" fmla="*/ 300 h 638"/>
                <a:gd name="T18" fmla="*/ 0 w 439"/>
                <a:gd name="T19" fmla="*/ 418 h 638"/>
                <a:gd name="T20" fmla="*/ 220 w 439"/>
                <a:gd name="T21" fmla="*/ 638 h 638"/>
                <a:gd name="T22" fmla="*/ 439 w 439"/>
                <a:gd name="T23" fmla="*/ 418 h 638"/>
                <a:gd name="T24" fmla="*/ 404 w 439"/>
                <a:gd name="T25" fmla="*/ 298 h 6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9" h="638">
                  <a:moveTo>
                    <a:pt x="404" y="298"/>
                  </a:moveTo>
                  <a:cubicBezTo>
                    <a:pt x="383" y="267"/>
                    <a:pt x="355" y="241"/>
                    <a:pt x="321" y="223"/>
                  </a:cubicBezTo>
                  <a:cubicBezTo>
                    <a:pt x="321" y="222"/>
                    <a:pt x="321" y="50"/>
                    <a:pt x="321" y="50"/>
                  </a:cubicBezTo>
                  <a:cubicBezTo>
                    <a:pt x="321" y="47"/>
                    <a:pt x="320" y="44"/>
                    <a:pt x="318" y="41"/>
                  </a:cubicBezTo>
                  <a:cubicBezTo>
                    <a:pt x="316" y="39"/>
                    <a:pt x="282" y="0"/>
                    <a:pt x="221" y="0"/>
                  </a:cubicBezTo>
                  <a:cubicBezTo>
                    <a:pt x="162" y="0"/>
                    <a:pt x="120" y="38"/>
                    <a:pt x="118" y="40"/>
                  </a:cubicBezTo>
                  <a:cubicBezTo>
                    <a:pt x="116" y="43"/>
                    <a:pt x="114" y="46"/>
                    <a:pt x="114" y="50"/>
                  </a:cubicBezTo>
                  <a:cubicBezTo>
                    <a:pt x="114" y="50"/>
                    <a:pt x="114" y="223"/>
                    <a:pt x="114" y="225"/>
                  </a:cubicBezTo>
                  <a:cubicBezTo>
                    <a:pt x="81" y="243"/>
                    <a:pt x="54" y="269"/>
                    <a:pt x="34" y="300"/>
                  </a:cubicBezTo>
                  <a:cubicBezTo>
                    <a:pt x="11" y="335"/>
                    <a:pt x="0" y="376"/>
                    <a:pt x="0" y="418"/>
                  </a:cubicBezTo>
                  <a:cubicBezTo>
                    <a:pt x="0" y="539"/>
                    <a:pt x="98" y="638"/>
                    <a:pt x="220" y="638"/>
                  </a:cubicBezTo>
                  <a:cubicBezTo>
                    <a:pt x="341" y="638"/>
                    <a:pt x="439" y="539"/>
                    <a:pt x="439" y="418"/>
                  </a:cubicBezTo>
                  <a:cubicBezTo>
                    <a:pt x="439" y="375"/>
                    <a:pt x="427" y="334"/>
                    <a:pt x="404" y="298"/>
                  </a:cubicBezTo>
                  <a:close/>
                </a:path>
              </a:pathLst>
            </a:custGeom>
            <a:grpFill/>
            <a:ln>
              <a:solidFill>
                <a:schemeClr val="accent6">
                  <a:lumMod val="75000"/>
                </a:schemeClr>
              </a:solidFill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chemeClr val="accent6">
                    <a:lumMod val="50000"/>
                  </a:schemeClr>
                </a:solidFill>
              </a:endParaRPr>
            </a:p>
          </p:txBody>
        </p:sp>
        <p:sp>
          <p:nvSpPr>
            <p:cNvPr id="21" name="Freeform 6"/>
            <p:cNvSpPr>
              <a:spLocks noEditPoints="1"/>
            </p:cNvSpPr>
            <p:nvPr>
              <p:custDataLst>
                <p:tags r:id="rId12"/>
              </p:custDataLst>
            </p:nvPr>
          </p:nvSpPr>
          <p:spPr bwMode="auto">
            <a:xfrm>
              <a:off x="1526" y="1009"/>
              <a:ext cx="573" cy="830"/>
            </a:xfrm>
            <a:custGeom>
              <a:avLst/>
              <a:gdLst>
                <a:gd name="T0" fmla="*/ 440 w 440"/>
                <a:gd name="T1" fmla="*/ 418 h 638"/>
                <a:gd name="T2" fmla="*/ 322 w 440"/>
                <a:gd name="T3" fmla="*/ 223 h 638"/>
                <a:gd name="T4" fmla="*/ 319 w 440"/>
                <a:gd name="T5" fmla="*/ 41 h 638"/>
                <a:gd name="T6" fmla="*/ 119 w 440"/>
                <a:gd name="T7" fmla="*/ 40 h 638"/>
                <a:gd name="T8" fmla="*/ 114 w 440"/>
                <a:gd name="T9" fmla="*/ 225 h 638"/>
                <a:gd name="T10" fmla="*/ 0 w 440"/>
                <a:gd name="T11" fmla="*/ 418 h 638"/>
                <a:gd name="T12" fmla="*/ 143 w 440"/>
                <a:gd name="T13" fmla="*/ 75 h 638"/>
                <a:gd name="T14" fmla="*/ 294 w 440"/>
                <a:gd name="T15" fmla="*/ 134 h 638"/>
                <a:gd name="T16" fmla="*/ 143 w 440"/>
                <a:gd name="T17" fmla="*/ 75 h 638"/>
                <a:gd name="T18" fmla="*/ 294 w 440"/>
                <a:gd name="T19" fmla="*/ 162 h 638"/>
                <a:gd name="T20" fmla="*/ 294 w 440"/>
                <a:gd name="T21" fmla="*/ 189 h 638"/>
                <a:gd name="T22" fmla="*/ 143 w 440"/>
                <a:gd name="T23" fmla="*/ 134 h 638"/>
                <a:gd name="T24" fmla="*/ 213 w 440"/>
                <a:gd name="T25" fmla="*/ 411 h 638"/>
                <a:gd name="T26" fmla="*/ 184 w 440"/>
                <a:gd name="T27" fmla="*/ 400 h 638"/>
                <a:gd name="T28" fmla="*/ 196 w 440"/>
                <a:gd name="T29" fmla="*/ 200 h 638"/>
                <a:gd name="T30" fmla="*/ 230 w 440"/>
                <a:gd name="T31" fmla="*/ 228 h 638"/>
                <a:gd name="T32" fmla="*/ 218 w 440"/>
                <a:gd name="T33" fmla="*/ 408 h 638"/>
                <a:gd name="T34" fmla="*/ 213 w 440"/>
                <a:gd name="T35" fmla="*/ 459 h 638"/>
                <a:gd name="T36" fmla="*/ 213 w 440"/>
                <a:gd name="T37" fmla="*/ 435 h 638"/>
                <a:gd name="T38" fmla="*/ 136 w 440"/>
                <a:gd name="T39" fmla="*/ 245 h 638"/>
                <a:gd name="T40" fmla="*/ 143 w 440"/>
                <a:gd name="T41" fmla="*/ 191 h 638"/>
                <a:gd name="T42" fmla="*/ 183 w 440"/>
                <a:gd name="T43" fmla="*/ 228 h 638"/>
                <a:gd name="T44" fmla="*/ 146 w 440"/>
                <a:gd name="T45" fmla="*/ 411 h 638"/>
                <a:gd name="T46" fmla="*/ 139 w 440"/>
                <a:gd name="T47" fmla="*/ 470 h 638"/>
                <a:gd name="T48" fmla="*/ 181 w 440"/>
                <a:gd name="T49" fmla="*/ 421 h 638"/>
                <a:gd name="T50" fmla="*/ 188 w 440"/>
                <a:gd name="T51" fmla="*/ 450 h 638"/>
                <a:gd name="T52" fmla="*/ 237 w 440"/>
                <a:gd name="T53" fmla="*/ 450 h 638"/>
                <a:gd name="T54" fmla="*/ 245 w 440"/>
                <a:gd name="T55" fmla="*/ 421 h 638"/>
                <a:gd name="T56" fmla="*/ 286 w 440"/>
                <a:gd name="T57" fmla="*/ 470 h 638"/>
                <a:gd name="T58" fmla="*/ 279 w 440"/>
                <a:gd name="T59" fmla="*/ 411 h 638"/>
                <a:gd name="T60" fmla="*/ 243 w 440"/>
                <a:gd name="T61" fmla="*/ 228 h 638"/>
                <a:gd name="T62" fmla="*/ 294 w 440"/>
                <a:gd name="T63" fmla="*/ 217 h 638"/>
                <a:gd name="T64" fmla="*/ 302 w 440"/>
                <a:gd name="T65" fmla="*/ 244 h 638"/>
                <a:gd name="T66" fmla="*/ 220 w 440"/>
                <a:gd name="T67" fmla="*/ 610 h 638"/>
                <a:gd name="T68" fmla="*/ 136 w 440"/>
                <a:gd name="T69" fmla="*/ 245 h 638"/>
                <a:gd name="T70" fmla="*/ 160 w 440"/>
                <a:gd name="T71" fmla="*/ 443 h 638"/>
                <a:gd name="T72" fmla="*/ 143 w 440"/>
                <a:gd name="T73" fmla="*/ 447 h 638"/>
                <a:gd name="T74" fmla="*/ 168 w 440"/>
                <a:gd name="T75" fmla="*/ 422 h 638"/>
                <a:gd name="T76" fmla="*/ 273 w 440"/>
                <a:gd name="T77" fmla="*/ 429 h 638"/>
                <a:gd name="T78" fmla="*/ 280 w 440"/>
                <a:gd name="T79" fmla="*/ 452 h 638"/>
                <a:gd name="T80" fmla="*/ 258 w 440"/>
                <a:gd name="T81" fmla="*/ 422 h 6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40" h="638">
                  <a:moveTo>
                    <a:pt x="220" y="638"/>
                  </a:moveTo>
                  <a:cubicBezTo>
                    <a:pt x="342" y="638"/>
                    <a:pt x="440" y="539"/>
                    <a:pt x="440" y="418"/>
                  </a:cubicBezTo>
                  <a:cubicBezTo>
                    <a:pt x="440" y="375"/>
                    <a:pt x="428" y="334"/>
                    <a:pt x="405" y="298"/>
                  </a:cubicBezTo>
                  <a:cubicBezTo>
                    <a:pt x="384" y="267"/>
                    <a:pt x="356" y="241"/>
                    <a:pt x="322" y="223"/>
                  </a:cubicBezTo>
                  <a:cubicBezTo>
                    <a:pt x="322" y="222"/>
                    <a:pt x="322" y="50"/>
                    <a:pt x="322" y="50"/>
                  </a:cubicBezTo>
                  <a:cubicBezTo>
                    <a:pt x="322" y="47"/>
                    <a:pt x="321" y="44"/>
                    <a:pt x="319" y="41"/>
                  </a:cubicBezTo>
                  <a:cubicBezTo>
                    <a:pt x="317" y="39"/>
                    <a:pt x="283" y="0"/>
                    <a:pt x="222" y="0"/>
                  </a:cubicBezTo>
                  <a:cubicBezTo>
                    <a:pt x="162" y="0"/>
                    <a:pt x="121" y="38"/>
                    <a:pt x="119" y="40"/>
                  </a:cubicBezTo>
                  <a:cubicBezTo>
                    <a:pt x="117" y="43"/>
                    <a:pt x="115" y="46"/>
                    <a:pt x="115" y="50"/>
                  </a:cubicBezTo>
                  <a:cubicBezTo>
                    <a:pt x="115" y="50"/>
                    <a:pt x="115" y="223"/>
                    <a:pt x="114" y="225"/>
                  </a:cubicBezTo>
                  <a:cubicBezTo>
                    <a:pt x="82" y="243"/>
                    <a:pt x="55" y="269"/>
                    <a:pt x="35" y="300"/>
                  </a:cubicBezTo>
                  <a:cubicBezTo>
                    <a:pt x="12" y="335"/>
                    <a:pt x="0" y="376"/>
                    <a:pt x="0" y="418"/>
                  </a:cubicBezTo>
                  <a:cubicBezTo>
                    <a:pt x="0" y="539"/>
                    <a:pt x="99" y="638"/>
                    <a:pt x="220" y="638"/>
                  </a:cubicBezTo>
                  <a:close/>
                  <a:moveTo>
                    <a:pt x="143" y="75"/>
                  </a:moveTo>
                  <a:cubicBezTo>
                    <a:pt x="294" y="102"/>
                    <a:pt x="294" y="102"/>
                    <a:pt x="294" y="102"/>
                  </a:cubicBezTo>
                  <a:cubicBezTo>
                    <a:pt x="294" y="134"/>
                    <a:pt x="294" y="134"/>
                    <a:pt x="294" y="134"/>
                  </a:cubicBezTo>
                  <a:cubicBezTo>
                    <a:pt x="143" y="106"/>
                    <a:pt x="143" y="106"/>
                    <a:pt x="143" y="106"/>
                  </a:cubicBezTo>
                  <a:lnTo>
                    <a:pt x="143" y="75"/>
                  </a:lnTo>
                  <a:close/>
                  <a:moveTo>
                    <a:pt x="143" y="134"/>
                  </a:moveTo>
                  <a:cubicBezTo>
                    <a:pt x="294" y="162"/>
                    <a:pt x="294" y="162"/>
                    <a:pt x="294" y="162"/>
                  </a:cubicBezTo>
                  <a:cubicBezTo>
                    <a:pt x="294" y="180"/>
                    <a:pt x="294" y="180"/>
                    <a:pt x="294" y="180"/>
                  </a:cubicBezTo>
                  <a:cubicBezTo>
                    <a:pt x="294" y="189"/>
                    <a:pt x="294" y="189"/>
                    <a:pt x="294" y="189"/>
                  </a:cubicBezTo>
                  <a:cubicBezTo>
                    <a:pt x="143" y="163"/>
                    <a:pt x="143" y="163"/>
                    <a:pt x="143" y="163"/>
                  </a:cubicBezTo>
                  <a:lnTo>
                    <a:pt x="143" y="134"/>
                  </a:lnTo>
                  <a:close/>
                  <a:moveTo>
                    <a:pt x="218" y="408"/>
                  </a:moveTo>
                  <a:cubicBezTo>
                    <a:pt x="216" y="409"/>
                    <a:pt x="214" y="410"/>
                    <a:pt x="213" y="411"/>
                  </a:cubicBezTo>
                  <a:cubicBezTo>
                    <a:pt x="211" y="410"/>
                    <a:pt x="209" y="409"/>
                    <a:pt x="207" y="408"/>
                  </a:cubicBezTo>
                  <a:cubicBezTo>
                    <a:pt x="201" y="404"/>
                    <a:pt x="193" y="402"/>
                    <a:pt x="184" y="400"/>
                  </a:cubicBezTo>
                  <a:cubicBezTo>
                    <a:pt x="191" y="354"/>
                    <a:pt x="194" y="273"/>
                    <a:pt x="195" y="228"/>
                  </a:cubicBezTo>
                  <a:cubicBezTo>
                    <a:pt x="195" y="215"/>
                    <a:pt x="196" y="205"/>
                    <a:pt x="196" y="200"/>
                  </a:cubicBezTo>
                  <a:cubicBezTo>
                    <a:pt x="230" y="206"/>
                    <a:pt x="230" y="206"/>
                    <a:pt x="230" y="206"/>
                  </a:cubicBezTo>
                  <a:cubicBezTo>
                    <a:pt x="230" y="211"/>
                    <a:pt x="230" y="219"/>
                    <a:pt x="230" y="228"/>
                  </a:cubicBezTo>
                  <a:cubicBezTo>
                    <a:pt x="231" y="273"/>
                    <a:pt x="234" y="354"/>
                    <a:pt x="241" y="400"/>
                  </a:cubicBezTo>
                  <a:cubicBezTo>
                    <a:pt x="233" y="402"/>
                    <a:pt x="225" y="404"/>
                    <a:pt x="218" y="408"/>
                  </a:cubicBezTo>
                  <a:close/>
                  <a:moveTo>
                    <a:pt x="225" y="448"/>
                  </a:moveTo>
                  <a:cubicBezTo>
                    <a:pt x="224" y="452"/>
                    <a:pt x="218" y="459"/>
                    <a:pt x="213" y="459"/>
                  </a:cubicBezTo>
                  <a:cubicBezTo>
                    <a:pt x="208" y="459"/>
                    <a:pt x="201" y="452"/>
                    <a:pt x="201" y="448"/>
                  </a:cubicBezTo>
                  <a:cubicBezTo>
                    <a:pt x="201" y="445"/>
                    <a:pt x="204" y="439"/>
                    <a:pt x="213" y="435"/>
                  </a:cubicBezTo>
                  <a:cubicBezTo>
                    <a:pt x="221" y="439"/>
                    <a:pt x="225" y="445"/>
                    <a:pt x="225" y="448"/>
                  </a:cubicBezTo>
                  <a:close/>
                  <a:moveTo>
                    <a:pt x="136" y="245"/>
                  </a:moveTo>
                  <a:cubicBezTo>
                    <a:pt x="144" y="242"/>
                    <a:pt x="144" y="242"/>
                    <a:pt x="144" y="242"/>
                  </a:cubicBezTo>
                  <a:cubicBezTo>
                    <a:pt x="143" y="191"/>
                    <a:pt x="143" y="191"/>
                    <a:pt x="143" y="191"/>
                  </a:cubicBezTo>
                  <a:cubicBezTo>
                    <a:pt x="183" y="198"/>
                    <a:pt x="183" y="198"/>
                    <a:pt x="183" y="198"/>
                  </a:cubicBezTo>
                  <a:cubicBezTo>
                    <a:pt x="183" y="205"/>
                    <a:pt x="183" y="215"/>
                    <a:pt x="183" y="228"/>
                  </a:cubicBezTo>
                  <a:cubicBezTo>
                    <a:pt x="181" y="278"/>
                    <a:pt x="178" y="360"/>
                    <a:pt x="172" y="400"/>
                  </a:cubicBezTo>
                  <a:cubicBezTo>
                    <a:pt x="162" y="401"/>
                    <a:pt x="153" y="404"/>
                    <a:pt x="146" y="411"/>
                  </a:cubicBezTo>
                  <a:cubicBezTo>
                    <a:pt x="138" y="418"/>
                    <a:pt x="133" y="429"/>
                    <a:pt x="131" y="441"/>
                  </a:cubicBezTo>
                  <a:cubicBezTo>
                    <a:pt x="129" y="453"/>
                    <a:pt x="132" y="464"/>
                    <a:pt x="139" y="470"/>
                  </a:cubicBezTo>
                  <a:cubicBezTo>
                    <a:pt x="146" y="477"/>
                    <a:pt x="158" y="477"/>
                    <a:pt x="170" y="457"/>
                  </a:cubicBezTo>
                  <a:cubicBezTo>
                    <a:pt x="174" y="449"/>
                    <a:pt x="178" y="436"/>
                    <a:pt x="181" y="421"/>
                  </a:cubicBezTo>
                  <a:cubicBezTo>
                    <a:pt x="186" y="421"/>
                    <a:pt x="192" y="423"/>
                    <a:pt x="197" y="425"/>
                  </a:cubicBezTo>
                  <a:cubicBezTo>
                    <a:pt x="189" y="434"/>
                    <a:pt x="188" y="444"/>
                    <a:pt x="188" y="450"/>
                  </a:cubicBezTo>
                  <a:cubicBezTo>
                    <a:pt x="189" y="464"/>
                    <a:pt x="200" y="480"/>
                    <a:pt x="213" y="480"/>
                  </a:cubicBezTo>
                  <a:cubicBezTo>
                    <a:pt x="225" y="480"/>
                    <a:pt x="236" y="464"/>
                    <a:pt x="237" y="450"/>
                  </a:cubicBezTo>
                  <a:cubicBezTo>
                    <a:pt x="237" y="444"/>
                    <a:pt x="236" y="434"/>
                    <a:pt x="229" y="425"/>
                  </a:cubicBezTo>
                  <a:cubicBezTo>
                    <a:pt x="234" y="423"/>
                    <a:pt x="239" y="421"/>
                    <a:pt x="245" y="421"/>
                  </a:cubicBezTo>
                  <a:cubicBezTo>
                    <a:pt x="248" y="436"/>
                    <a:pt x="251" y="449"/>
                    <a:pt x="256" y="457"/>
                  </a:cubicBezTo>
                  <a:cubicBezTo>
                    <a:pt x="267" y="477"/>
                    <a:pt x="279" y="477"/>
                    <a:pt x="286" y="470"/>
                  </a:cubicBezTo>
                  <a:cubicBezTo>
                    <a:pt x="293" y="464"/>
                    <a:pt x="296" y="453"/>
                    <a:pt x="294" y="441"/>
                  </a:cubicBezTo>
                  <a:cubicBezTo>
                    <a:pt x="292" y="429"/>
                    <a:pt x="287" y="418"/>
                    <a:pt x="279" y="411"/>
                  </a:cubicBezTo>
                  <a:cubicBezTo>
                    <a:pt x="272" y="404"/>
                    <a:pt x="263" y="401"/>
                    <a:pt x="254" y="400"/>
                  </a:cubicBezTo>
                  <a:cubicBezTo>
                    <a:pt x="247" y="360"/>
                    <a:pt x="244" y="278"/>
                    <a:pt x="243" y="228"/>
                  </a:cubicBezTo>
                  <a:cubicBezTo>
                    <a:pt x="243" y="220"/>
                    <a:pt x="242" y="214"/>
                    <a:pt x="242" y="208"/>
                  </a:cubicBezTo>
                  <a:cubicBezTo>
                    <a:pt x="294" y="217"/>
                    <a:pt x="294" y="217"/>
                    <a:pt x="294" y="217"/>
                  </a:cubicBezTo>
                  <a:cubicBezTo>
                    <a:pt x="294" y="240"/>
                    <a:pt x="294" y="240"/>
                    <a:pt x="294" y="240"/>
                  </a:cubicBezTo>
                  <a:cubicBezTo>
                    <a:pt x="302" y="244"/>
                    <a:pt x="302" y="244"/>
                    <a:pt x="302" y="244"/>
                  </a:cubicBezTo>
                  <a:cubicBezTo>
                    <a:pt x="369" y="275"/>
                    <a:pt x="413" y="344"/>
                    <a:pt x="413" y="418"/>
                  </a:cubicBezTo>
                  <a:cubicBezTo>
                    <a:pt x="413" y="524"/>
                    <a:pt x="326" y="610"/>
                    <a:pt x="220" y="610"/>
                  </a:cubicBezTo>
                  <a:cubicBezTo>
                    <a:pt x="114" y="610"/>
                    <a:pt x="28" y="524"/>
                    <a:pt x="28" y="418"/>
                  </a:cubicBezTo>
                  <a:cubicBezTo>
                    <a:pt x="28" y="344"/>
                    <a:pt x="70" y="278"/>
                    <a:pt x="136" y="245"/>
                  </a:cubicBezTo>
                  <a:close/>
                  <a:moveTo>
                    <a:pt x="168" y="422"/>
                  </a:moveTo>
                  <a:cubicBezTo>
                    <a:pt x="165" y="431"/>
                    <a:pt x="163" y="438"/>
                    <a:pt x="160" y="443"/>
                  </a:cubicBezTo>
                  <a:cubicBezTo>
                    <a:pt x="154" y="454"/>
                    <a:pt x="148" y="455"/>
                    <a:pt x="145" y="452"/>
                  </a:cubicBezTo>
                  <a:cubicBezTo>
                    <a:pt x="144" y="451"/>
                    <a:pt x="143" y="449"/>
                    <a:pt x="143" y="447"/>
                  </a:cubicBezTo>
                  <a:cubicBezTo>
                    <a:pt x="144" y="439"/>
                    <a:pt x="147" y="434"/>
                    <a:pt x="152" y="429"/>
                  </a:cubicBezTo>
                  <a:cubicBezTo>
                    <a:pt x="156" y="425"/>
                    <a:pt x="162" y="423"/>
                    <a:pt x="168" y="422"/>
                  </a:cubicBezTo>
                  <a:close/>
                  <a:moveTo>
                    <a:pt x="258" y="422"/>
                  </a:moveTo>
                  <a:cubicBezTo>
                    <a:pt x="264" y="423"/>
                    <a:pt x="269" y="425"/>
                    <a:pt x="273" y="429"/>
                  </a:cubicBezTo>
                  <a:cubicBezTo>
                    <a:pt x="278" y="434"/>
                    <a:pt x="281" y="439"/>
                    <a:pt x="282" y="447"/>
                  </a:cubicBezTo>
                  <a:cubicBezTo>
                    <a:pt x="283" y="449"/>
                    <a:pt x="282" y="451"/>
                    <a:pt x="280" y="452"/>
                  </a:cubicBezTo>
                  <a:cubicBezTo>
                    <a:pt x="277" y="455"/>
                    <a:pt x="271" y="454"/>
                    <a:pt x="265" y="443"/>
                  </a:cubicBezTo>
                  <a:cubicBezTo>
                    <a:pt x="262" y="438"/>
                    <a:pt x="260" y="431"/>
                    <a:pt x="258" y="422"/>
                  </a:cubicBezTo>
                  <a:close/>
                </a:path>
              </a:pathLst>
            </a:custGeom>
            <a:grpFill/>
            <a:ln>
              <a:solidFill>
                <a:schemeClr val="accent6">
                  <a:lumMod val="75000"/>
                </a:schemeClr>
              </a:solidFill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chemeClr val="accent6">
                    <a:lumMod val="50000"/>
                  </a:schemeClr>
                </a:solidFill>
              </a:endParaRPr>
            </a:p>
          </p:txBody>
        </p:sp>
        <p:sp>
          <p:nvSpPr>
            <p:cNvPr id="22" name="Freeform 7"/>
            <p:cNvSpPr/>
            <p:nvPr>
              <p:custDataLst>
                <p:tags r:id="rId13"/>
              </p:custDataLst>
            </p:nvPr>
          </p:nvSpPr>
          <p:spPr bwMode="auto">
            <a:xfrm>
              <a:off x="2145" y="1578"/>
              <a:ext cx="164" cy="42"/>
            </a:xfrm>
            <a:custGeom>
              <a:avLst/>
              <a:gdLst>
                <a:gd name="T0" fmla="*/ 0 w 126"/>
                <a:gd name="T1" fmla="*/ 16 h 33"/>
                <a:gd name="T2" fmla="*/ 17 w 126"/>
                <a:gd name="T3" fmla="*/ 33 h 33"/>
                <a:gd name="T4" fmla="*/ 109 w 126"/>
                <a:gd name="T5" fmla="*/ 33 h 33"/>
                <a:gd name="T6" fmla="*/ 126 w 126"/>
                <a:gd name="T7" fmla="*/ 16 h 33"/>
                <a:gd name="T8" fmla="*/ 109 w 126"/>
                <a:gd name="T9" fmla="*/ 0 h 33"/>
                <a:gd name="T10" fmla="*/ 17 w 126"/>
                <a:gd name="T11" fmla="*/ 0 h 33"/>
                <a:gd name="T12" fmla="*/ 0 w 126"/>
                <a:gd name="T13" fmla="*/ 16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6" h="33">
                  <a:moveTo>
                    <a:pt x="0" y="16"/>
                  </a:moveTo>
                  <a:cubicBezTo>
                    <a:pt x="0" y="25"/>
                    <a:pt x="7" y="33"/>
                    <a:pt x="17" y="33"/>
                  </a:cubicBezTo>
                  <a:cubicBezTo>
                    <a:pt x="109" y="33"/>
                    <a:pt x="109" y="33"/>
                    <a:pt x="109" y="33"/>
                  </a:cubicBezTo>
                  <a:cubicBezTo>
                    <a:pt x="118" y="33"/>
                    <a:pt x="126" y="25"/>
                    <a:pt x="126" y="16"/>
                  </a:cubicBezTo>
                  <a:cubicBezTo>
                    <a:pt x="126" y="7"/>
                    <a:pt x="118" y="0"/>
                    <a:pt x="109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7" y="0"/>
                    <a:pt x="0" y="7"/>
                    <a:pt x="0" y="16"/>
                  </a:cubicBezTo>
                  <a:close/>
                </a:path>
              </a:pathLst>
            </a:custGeom>
            <a:grpFill/>
            <a:ln>
              <a:solidFill>
                <a:schemeClr val="accent6">
                  <a:lumMod val="75000"/>
                </a:schemeClr>
              </a:solidFill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chemeClr val="accent6">
                    <a:lumMod val="50000"/>
                  </a:schemeClr>
                </a:solidFill>
              </a:endParaRPr>
            </a:p>
          </p:txBody>
        </p:sp>
        <p:sp>
          <p:nvSpPr>
            <p:cNvPr id="23" name="Freeform 8"/>
            <p:cNvSpPr/>
            <p:nvPr>
              <p:custDataLst>
                <p:tags r:id="rId14"/>
              </p:custDataLst>
            </p:nvPr>
          </p:nvSpPr>
          <p:spPr bwMode="auto">
            <a:xfrm>
              <a:off x="1763" y="1882"/>
              <a:ext cx="44" cy="160"/>
            </a:xfrm>
            <a:custGeom>
              <a:avLst/>
              <a:gdLst>
                <a:gd name="T0" fmla="*/ 17 w 34"/>
                <a:gd name="T1" fmla="*/ 0 h 123"/>
                <a:gd name="T2" fmla="*/ 0 w 34"/>
                <a:gd name="T3" fmla="*/ 16 h 123"/>
                <a:gd name="T4" fmla="*/ 0 w 34"/>
                <a:gd name="T5" fmla="*/ 106 h 123"/>
                <a:gd name="T6" fmla="*/ 17 w 34"/>
                <a:gd name="T7" fmla="*/ 123 h 123"/>
                <a:gd name="T8" fmla="*/ 34 w 34"/>
                <a:gd name="T9" fmla="*/ 106 h 123"/>
                <a:gd name="T10" fmla="*/ 34 w 34"/>
                <a:gd name="T11" fmla="*/ 16 h 123"/>
                <a:gd name="T12" fmla="*/ 17 w 34"/>
                <a:gd name="T13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4" h="123">
                  <a:moveTo>
                    <a:pt x="17" y="0"/>
                  </a:moveTo>
                  <a:cubicBezTo>
                    <a:pt x="7" y="0"/>
                    <a:pt x="0" y="7"/>
                    <a:pt x="0" y="16"/>
                  </a:cubicBezTo>
                  <a:cubicBezTo>
                    <a:pt x="0" y="106"/>
                    <a:pt x="0" y="106"/>
                    <a:pt x="0" y="106"/>
                  </a:cubicBezTo>
                  <a:cubicBezTo>
                    <a:pt x="0" y="115"/>
                    <a:pt x="7" y="123"/>
                    <a:pt x="17" y="123"/>
                  </a:cubicBezTo>
                  <a:cubicBezTo>
                    <a:pt x="26" y="123"/>
                    <a:pt x="34" y="115"/>
                    <a:pt x="34" y="106"/>
                  </a:cubicBezTo>
                  <a:cubicBezTo>
                    <a:pt x="34" y="16"/>
                    <a:pt x="34" y="16"/>
                    <a:pt x="34" y="16"/>
                  </a:cubicBezTo>
                  <a:cubicBezTo>
                    <a:pt x="34" y="7"/>
                    <a:pt x="26" y="0"/>
                    <a:pt x="17" y="0"/>
                  </a:cubicBezTo>
                  <a:close/>
                </a:path>
              </a:pathLst>
            </a:custGeom>
            <a:grpFill/>
            <a:ln>
              <a:solidFill>
                <a:schemeClr val="accent6">
                  <a:lumMod val="75000"/>
                </a:schemeClr>
              </a:solidFill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chemeClr val="accent6">
                    <a:lumMod val="50000"/>
                  </a:schemeClr>
                </a:solidFill>
              </a:endParaRPr>
            </a:p>
          </p:txBody>
        </p:sp>
        <p:sp>
          <p:nvSpPr>
            <p:cNvPr id="24" name="Freeform 9"/>
            <p:cNvSpPr/>
            <p:nvPr>
              <p:custDataLst>
                <p:tags r:id="rId15"/>
              </p:custDataLst>
            </p:nvPr>
          </p:nvSpPr>
          <p:spPr bwMode="auto">
            <a:xfrm>
              <a:off x="1308" y="1557"/>
              <a:ext cx="165" cy="44"/>
            </a:xfrm>
            <a:custGeom>
              <a:avLst/>
              <a:gdLst>
                <a:gd name="T0" fmla="*/ 17 w 127"/>
                <a:gd name="T1" fmla="*/ 34 h 34"/>
                <a:gd name="T2" fmla="*/ 110 w 127"/>
                <a:gd name="T3" fmla="*/ 34 h 34"/>
                <a:gd name="T4" fmla="*/ 127 w 127"/>
                <a:gd name="T5" fmla="*/ 17 h 34"/>
                <a:gd name="T6" fmla="*/ 110 w 127"/>
                <a:gd name="T7" fmla="*/ 0 h 34"/>
                <a:gd name="T8" fmla="*/ 17 w 127"/>
                <a:gd name="T9" fmla="*/ 0 h 34"/>
                <a:gd name="T10" fmla="*/ 0 w 127"/>
                <a:gd name="T11" fmla="*/ 17 h 34"/>
                <a:gd name="T12" fmla="*/ 17 w 127"/>
                <a:gd name="T13" fmla="*/ 34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7" h="34">
                  <a:moveTo>
                    <a:pt x="17" y="34"/>
                  </a:moveTo>
                  <a:cubicBezTo>
                    <a:pt x="110" y="34"/>
                    <a:pt x="110" y="34"/>
                    <a:pt x="110" y="34"/>
                  </a:cubicBezTo>
                  <a:cubicBezTo>
                    <a:pt x="119" y="34"/>
                    <a:pt x="127" y="26"/>
                    <a:pt x="127" y="17"/>
                  </a:cubicBezTo>
                  <a:cubicBezTo>
                    <a:pt x="127" y="8"/>
                    <a:pt x="119" y="0"/>
                    <a:pt x="110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8" y="0"/>
                    <a:pt x="0" y="8"/>
                    <a:pt x="0" y="17"/>
                  </a:cubicBezTo>
                  <a:cubicBezTo>
                    <a:pt x="0" y="26"/>
                    <a:pt x="8" y="34"/>
                    <a:pt x="17" y="34"/>
                  </a:cubicBezTo>
                  <a:close/>
                </a:path>
              </a:pathLst>
            </a:custGeom>
            <a:grpFill/>
            <a:ln>
              <a:solidFill>
                <a:schemeClr val="accent6">
                  <a:lumMod val="75000"/>
                </a:schemeClr>
              </a:solidFill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chemeClr val="accent6">
                    <a:lumMod val="50000"/>
                  </a:schemeClr>
                </a:solidFill>
              </a:endParaRPr>
            </a:p>
          </p:txBody>
        </p:sp>
        <p:sp>
          <p:nvSpPr>
            <p:cNvPr id="25" name="Freeform 10"/>
            <p:cNvSpPr/>
            <p:nvPr>
              <p:custDataLst>
                <p:tags r:id="rId16"/>
              </p:custDataLst>
            </p:nvPr>
          </p:nvSpPr>
          <p:spPr bwMode="auto">
            <a:xfrm>
              <a:off x="1403" y="1231"/>
              <a:ext cx="145" cy="117"/>
            </a:xfrm>
            <a:custGeom>
              <a:avLst/>
              <a:gdLst>
                <a:gd name="T0" fmla="*/ 9 w 112"/>
                <a:gd name="T1" fmla="*/ 30 h 90"/>
                <a:gd name="T2" fmla="*/ 83 w 112"/>
                <a:gd name="T3" fmla="*/ 84 h 90"/>
                <a:gd name="T4" fmla="*/ 107 w 112"/>
                <a:gd name="T5" fmla="*/ 81 h 90"/>
                <a:gd name="T6" fmla="*/ 103 w 112"/>
                <a:gd name="T7" fmla="*/ 58 h 90"/>
                <a:gd name="T8" fmla="*/ 30 w 112"/>
                <a:gd name="T9" fmla="*/ 3 h 90"/>
                <a:gd name="T10" fmla="*/ 20 w 112"/>
                <a:gd name="T11" fmla="*/ 0 h 90"/>
                <a:gd name="T12" fmla="*/ 6 w 112"/>
                <a:gd name="T13" fmla="*/ 7 h 90"/>
                <a:gd name="T14" fmla="*/ 9 w 112"/>
                <a:gd name="T15" fmla="*/ 3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2" h="90">
                  <a:moveTo>
                    <a:pt x="9" y="30"/>
                  </a:moveTo>
                  <a:cubicBezTo>
                    <a:pt x="83" y="84"/>
                    <a:pt x="83" y="84"/>
                    <a:pt x="83" y="84"/>
                  </a:cubicBezTo>
                  <a:cubicBezTo>
                    <a:pt x="90" y="90"/>
                    <a:pt x="101" y="88"/>
                    <a:pt x="107" y="81"/>
                  </a:cubicBezTo>
                  <a:cubicBezTo>
                    <a:pt x="112" y="74"/>
                    <a:pt x="111" y="63"/>
                    <a:pt x="103" y="58"/>
                  </a:cubicBezTo>
                  <a:cubicBezTo>
                    <a:pt x="30" y="3"/>
                    <a:pt x="30" y="3"/>
                    <a:pt x="30" y="3"/>
                  </a:cubicBezTo>
                  <a:cubicBezTo>
                    <a:pt x="27" y="1"/>
                    <a:pt x="23" y="0"/>
                    <a:pt x="20" y="0"/>
                  </a:cubicBezTo>
                  <a:cubicBezTo>
                    <a:pt x="14" y="0"/>
                    <a:pt x="9" y="2"/>
                    <a:pt x="6" y="7"/>
                  </a:cubicBezTo>
                  <a:cubicBezTo>
                    <a:pt x="0" y="14"/>
                    <a:pt x="2" y="24"/>
                    <a:pt x="9" y="30"/>
                  </a:cubicBezTo>
                  <a:close/>
                </a:path>
              </a:pathLst>
            </a:custGeom>
            <a:grpFill/>
            <a:ln>
              <a:solidFill>
                <a:schemeClr val="accent6">
                  <a:lumMod val="75000"/>
                </a:schemeClr>
              </a:solidFill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chemeClr val="accent6">
                    <a:lumMod val="50000"/>
                  </a:schemeClr>
                </a:solidFill>
              </a:endParaRPr>
            </a:p>
          </p:txBody>
        </p:sp>
        <p:sp>
          <p:nvSpPr>
            <p:cNvPr id="26" name="Freeform 11"/>
            <p:cNvSpPr/>
            <p:nvPr>
              <p:custDataLst>
                <p:tags r:id="rId17"/>
              </p:custDataLst>
            </p:nvPr>
          </p:nvSpPr>
          <p:spPr bwMode="auto">
            <a:xfrm>
              <a:off x="2073" y="1231"/>
              <a:ext cx="145" cy="117"/>
            </a:xfrm>
            <a:custGeom>
              <a:avLst/>
              <a:gdLst>
                <a:gd name="T0" fmla="*/ 29 w 112"/>
                <a:gd name="T1" fmla="*/ 84 h 90"/>
                <a:gd name="T2" fmla="*/ 103 w 112"/>
                <a:gd name="T3" fmla="*/ 30 h 90"/>
                <a:gd name="T4" fmla="*/ 106 w 112"/>
                <a:gd name="T5" fmla="*/ 7 h 90"/>
                <a:gd name="T6" fmla="*/ 92 w 112"/>
                <a:gd name="T7" fmla="*/ 0 h 90"/>
                <a:gd name="T8" fmla="*/ 82 w 112"/>
                <a:gd name="T9" fmla="*/ 3 h 90"/>
                <a:gd name="T10" fmla="*/ 9 w 112"/>
                <a:gd name="T11" fmla="*/ 58 h 90"/>
                <a:gd name="T12" fmla="*/ 5 w 112"/>
                <a:gd name="T13" fmla="*/ 81 h 90"/>
                <a:gd name="T14" fmla="*/ 29 w 112"/>
                <a:gd name="T15" fmla="*/ 84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2" h="90">
                  <a:moveTo>
                    <a:pt x="29" y="84"/>
                  </a:moveTo>
                  <a:cubicBezTo>
                    <a:pt x="103" y="30"/>
                    <a:pt x="103" y="30"/>
                    <a:pt x="103" y="30"/>
                  </a:cubicBezTo>
                  <a:cubicBezTo>
                    <a:pt x="110" y="24"/>
                    <a:pt x="112" y="14"/>
                    <a:pt x="106" y="7"/>
                  </a:cubicBezTo>
                  <a:cubicBezTo>
                    <a:pt x="103" y="2"/>
                    <a:pt x="98" y="0"/>
                    <a:pt x="92" y="0"/>
                  </a:cubicBezTo>
                  <a:cubicBezTo>
                    <a:pt x="89" y="0"/>
                    <a:pt x="85" y="1"/>
                    <a:pt x="82" y="3"/>
                  </a:cubicBezTo>
                  <a:cubicBezTo>
                    <a:pt x="9" y="58"/>
                    <a:pt x="9" y="58"/>
                    <a:pt x="9" y="58"/>
                  </a:cubicBezTo>
                  <a:cubicBezTo>
                    <a:pt x="1" y="63"/>
                    <a:pt x="0" y="74"/>
                    <a:pt x="5" y="81"/>
                  </a:cubicBezTo>
                  <a:cubicBezTo>
                    <a:pt x="11" y="88"/>
                    <a:pt x="22" y="90"/>
                    <a:pt x="29" y="84"/>
                  </a:cubicBezTo>
                  <a:close/>
                </a:path>
              </a:pathLst>
            </a:custGeom>
            <a:grpFill/>
            <a:ln>
              <a:solidFill>
                <a:schemeClr val="accent6">
                  <a:lumMod val="75000"/>
                </a:schemeClr>
              </a:solidFill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chemeClr val="accent6">
                    <a:lumMod val="50000"/>
                  </a:schemeClr>
                </a:solidFill>
              </a:endParaRPr>
            </a:p>
          </p:txBody>
        </p:sp>
        <p:sp>
          <p:nvSpPr>
            <p:cNvPr id="27" name="Freeform 12"/>
            <p:cNvSpPr/>
            <p:nvPr>
              <p:custDataLst>
                <p:tags r:id="rId18"/>
              </p:custDataLst>
            </p:nvPr>
          </p:nvSpPr>
          <p:spPr bwMode="auto">
            <a:xfrm>
              <a:off x="1431" y="1813"/>
              <a:ext cx="134" cy="128"/>
            </a:xfrm>
            <a:custGeom>
              <a:avLst/>
              <a:gdLst>
                <a:gd name="T0" fmla="*/ 84 w 103"/>
                <a:gd name="T1" fmla="*/ 0 h 98"/>
                <a:gd name="T2" fmla="*/ 72 w 103"/>
                <a:gd name="T3" fmla="*/ 4 h 98"/>
                <a:gd name="T4" fmla="*/ 7 w 103"/>
                <a:gd name="T5" fmla="*/ 68 h 98"/>
                <a:gd name="T6" fmla="*/ 7 w 103"/>
                <a:gd name="T7" fmla="*/ 91 h 98"/>
                <a:gd name="T8" fmla="*/ 31 w 103"/>
                <a:gd name="T9" fmla="*/ 91 h 98"/>
                <a:gd name="T10" fmla="*/ 96 w 103"/>
                <a:gd name="T11" fmla="*/ 28 h 98"/>
                <a:gd name="T12" fmla="*/ 96 w 103"/>
                <a:gd name="T13" fmla="*/ 4 h 98"/>
                <a:gd name="T14" fmla="*/ 84 w 103"/>
                <a:gd name="T15" fmla="*/ 0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3" h="98">
                  <a:moveTo>
                    <a:pt x="84" y="0"/>
                  </a:moveTo>
                  <a:cubicBezTo>
                    <a:pt x="80" y="0"/>
                    <a:pt x="75" y="1"/>
                    <a:pt x="72" y="4"/>
                  </a:cubicBezTo>
                  <a:cubicBezTo>
                    <a:pt x="7" y="68"/>
                    <a:pt x="7" y="68"/>
                    <a:pt x="7" y="68"/>
                  </a:cubicBezTo>
                  <a:cubicBezTo>
                    <a:pt x="0" y="74"/>
                    <a:pt x="0" y="85"/>
                    <a:pt x="7" y="91"/>
                  </a:cubicBezTo>
                  <a:cubicBezTo>
                    <a:pt x="13" y="98"/>
                    <a:pt x="24" y="98"/>
                    <a:pt x="31" y="91"/>
                  </a:cubicBezTo>
                  <a:cubicBezTo>
                    <a:pt x="96" y="28"/>
                    <a:pt x="96" y="28"/>
                    <a:pt x="96" y="28"/>
                  </a:cubicBezTo>
                  <a:cubicBezTo>
                    <a:pt x="103" y="21"/>
                    <a:pt x="103" y="11"/>
                    <a:pt x="96" y="4"/>
                  </a:cubicBezTo>
                  <a:cubicBezTo>
                    <a:pt x="93" y="1"/>
                    <a:pt x="88" y="0"/>
                    <a:pt x="84" y="0"/>
                  </a:cubicBezTo>
                  <a:close/>
                </a:path>
              </a:pathLst>
            </a:custGeom>
            <a:grpFill/>
            <a:ln>
              <a:solidFill>
                <a:schemeClr val="accent6">
                  <a:lumMod val="75000"/>
                </a:schemeClr>
              </a:solidFill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chemeClr val="accent6">
                    <a:lumMod val="50000"/>
                  </a:schemeClr>
                </a:solidFill>
              </a:endParaRPr>
            </a:p>
          </p:txBody>
        </p:sp>
        <p:sp>
          <p:nvSpPr>
            <p:cNvPr id="28" name="Freeform 13"/>
            <p:cNvSpPr/>
            <p:nvPr>
              <p:custDataLst>
                <p:tags r:id="rId19"/>
              </p:custDataLst>
            </p:nvPr>
          </p:nvSpPr>
          <p:spPr bwMode="auto">
            <a:xfrm>
              <a:off x="2043" y="1813"/>
              <a:ext cx="132" cy="128"/>
            </a:xfrm>
            <a:custGeom>
              <a:avLst/>
              <a:gdLst>
                <a:gd name="T0" fmla="*/ 31 w 102"/>
                <a:gd name="T1" fmla="*/ 4 h 98"/>
                <a:gd name="T2" fmla="*/ 19 w 102"/>
                <a:gd name="T3" fmla="*/ 0 h 98"/>
                <a:gd name="T4" fmla="*/ 7 w 102"/>
                <a:gd name="T5" fmla="*/ 4 h 98"/>
                <a:gd name="T6" fmla="*/ 7 w 102"/>
                <a:gd name="T7" fmla="*/ 28 h 98"/>
                <a:gd name="T8" fmla="*/ 72 w 102"/>
                <a:gd name="T9" fmla="*/ 91 h 98"/>
                <a:gd name="T10" fmla="*/ 96 w 102"/>
                <a:gd name="T11" fmla="*/ 91 h 98"/>
                <a:gd name="T12" fmla="*/ 96 w 102"/>
                <a:gd name="T13" fmla="*/ 68 h 98"/>
                <a:gd name="T14" fmla="*/ 31 w 102"/>
                <a:gd name="T15" fmla="*/ 4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2" h="98">
                  <a:moveTo>
                    <a:pt x="31" y="4"/>
                  </a:moveTo>
                  <a:cubicBezTo>
                    <a:pt x="27" y="1"/>
                    <a:pt x="23" y="0"/>
                    <a:pt x="19" y="0"/>
                  </a:cubicBezTo>
                  <a:cubicBezTo>
                    <a:pt x="14" y="0"/>
                    <a:pt x="10" y="1"/>
                    <a:pt x="7" y="4"/>
                  </a:cubicBezTo>
                  <a:cubicBezTo>
                    <a:pt x="0" y="11"/>
                    <a:pt x="0" y="21"/>
                    <a:pt x="7" y="28"/>
                  </a:cubicBezTo>
                  <a:cubicBezTo>
                    <a:pt x="72" y="91"/>
                    <a:pt x="72" y="91"/>
                    <a:pt x="72" y="91"/>
                  </a:cubicBezTo>
                  <a:cubicBezTo>
                    <a:pt x="78" y="98"/>
                    <a:pt x="89" y="98"/>
                    <a:pt x="96" y="91"/>
                  </a:cubicBezTo>
                  <a:cubicBezTo>
                    <a:pt x="102" y="85"/>
                    <a:pt x="102" y="74"/>
                    <a:pt x="96" y="68"/>
                  </a:cubicBezTo>
                  <a:lnTo>
                    <a:pt x="31" y="4"/>
                  </a:lnTo>
                  <a:close/>
                </a:path>
              </a:pathLst>
            </a:custGeom>
            <a:grpFill/>
            <a:ln>
              <a:solidFill>
                <a:schemeClr val="accent6">
                  <a:lumMod val="75000"/>
                </a:schemeClr>
              </a:solidFill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chemeClr val="accent6">
                    <a:lumMod val="50000"/>
                  </a:schemeClr>
                </a:solidFill>
              </a:endParaRPr>
            </a:p>
          </p:txBody>
        </p:sp>
      </p:grpSp>
      <p:grpSp>
        <p:nvGrpSpPr>
          <p:cNvPr id="30" name="Group 4"/>
          <p:cNvGrpSpPr>
            <a:grpSpLocks noChangeAspect="1"/>
          </p:cNvGrpSpPr>
          <p:nvPr>
            <p:custDataLst>
              <p:tags r:id="rId20"/>
            </p:custDataLst>
          </p:nvPr>
        </p:nvGrpSpPr>
        <p:grpSpPr bwMode="auto">
          <a:xfrm flipV="1">
            <a:off x="6056143" y="3278671"/>
            <a:ext cx="739929" cy="763583"/>
            <a:chOff x="1308" y="1009"/>
            <a:chExt cx="1001" cy="1033"/>
          </a:xfrm>
          <a:noFill/>
        </p:grpSpPr>
        <p:sp>
          <p:nvSpPr>
            <p:cNvPr id="32" name="Freeform 5"/>
            <p:cNvSpPr/>
            <p:nvPr>
              <p:custDataLst>
                <p:tags r:id="rId21"/>
              </p:custDataLst>
            </p:nvPr>
          </p:nvSpPr>
          <p:spPr bwMode="auto">
            <a:xfrm>
              <a:off x="1533" y="1009"/>
              <a:ext cx="571" cy="830"/>
            </a:xfrm>
            <a:custGeom>
              <a:avLst/>
              <a:gdLst>
                <a:gd name="T0" fmla="*/ 404 w 439"/>
                <a:gd name="T1" fmla="*/ 298 h 638"/>
                <a:gd name="T2" fmla="*/ 321 w 439"/>
                <a:gd name="T3" fmla="*/ 223 h 638"/>
                <a:gd name="T4" fmla="*/ 321 w 439"/>
                <a:gd name="T5" fmla="*/ 50 h 638"/>
                <a:gd name="T6" fmla="*/ 318 w 439"/>
                <a:gd name="T7" fmla="*/ 41 h 638"/>
                <a:gd name="T8" fmla="*/ 221 w 439"/>
                <a:gd name="T9" fmla="*/ 0 h 638"/>
                <a:gd name="T10" fmla="*/ 118 w 439"/>
                <a:gd name="T11" fmla="*/ 40 h 638"/>
                <a:gd name="T12" fmla="*/ 114 w 439"/>
                <a:gd name="T13" fmla="*/ 50 h 638"/>
                <a:gd name="T14" fmla="*/ 114 w 439"/>
                <a:gd name="T15" fmla="*/ 225 h 638"/>
                <a:gd name="T16" fmla="*/ 34 w 439"/>
                <a:gd name="T17" fmla="*/ 300 h 638"/>
                <a:gd name="T18" fmla="*/ 0 w 439"/>
                <a:gd name="T19" fmla="*/ 418 h 638"/>
                <a:gd name="T20" fmla="*/ 220 w 439"/>
                <a:gd name="T21" fmla="*/ 638 h 638"/>
                <a:gd name="T22" fmla="*/ 439 w 439"/>
                <a:gd name="T23" fmla="*/ 418 h 638"/>
                <a:gd name="T24" fmla="*/ 404 w 439"/>
                <a:gd name="T25" fmla="*/ 298 h 6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9" h="638">
                  <a:moveTo>
                    <a:pt x="404" y="298"/>
                  </a:moveTo>
                  <a:cubicBezTo>
                    <a:pt x="383" y="267"/>
                    <a:pt x="355" y="241"/>
                    <a:pt x="321" y="223"/>
                  </a:cubicBezTo>
                  <a:cubicBezTo>
                    <a:pt x="321" y="222"/>
                    <a:pt x="321" y="50"/>
                    <a:pt x="321" y="50"/>
                  </a:cubicBezTo>
                  <a:cubicBezTo>
                    <a:pt x="321" y="47"/>
                    <a:pt x="320" y="44"/>
                    <a:pt x="318" y="41"/>
                  </a:cubicBezTo>
                  <a:cubicBezTo>
                    <a:pt x="316" y="39"/>
                    <a:pt x="282" y="0"/>
                    <a:pt x="221" y="0"/>
                  </a:cubicBezTo>
                  <a:cubicBezTo>
                    <a:pt x="162" y="0"/>
                    <a:pt x="120" y="38"/>
                    <a:pt x="118" y="40"/>
                  </a:cubicBezTo>
                  <a:cubicBezTo>
                    <a:pt x="116" y="43"/>
                    <a:pt x="114" y="46"/>
                    <a:pt x="114" y="50"/>
                  </a:cubicBezTo>
                  <a:cubicBezTo>
                    <a:pt x="114" y="50"/>
                    <a:pt x="114" y="223"/>
                    <a:pt x="114" y="225"/>
                  </a:cubicBezTo>
                  <a:cubicBezTo>
                    <a:pt x="81" y="243"/>
                    <a:pt x="54" y="269"/>
                    <a:pt x="34" y="300"/>
                  </a:cubicBezTo>
                  <a:cubicBezTo>
                    <a:pt x="11" y="335"/>
                    <a:pt x="0" y="376"/>
                    <a:pt x="0" y="418"/>
                  </a:cubicBezTo>
                  <a:cubicBezTo>
                    <a:pt x="0" y="539"/>
                    <a:pt x="98" y="638"/>
                    <a:pt x="220" y="638"/>
                  </a:cubicBezTo>
                  <a:cubicBezTo>
                    <a:pt x="341" y="638"/>
                    <a:pt x="439" y="539"/>
                    <a:pt x="439" y="418"/>
                  </a:cubicBezTo>
                  <a:cubicBezTo>
                    <a:pt x="439" y="375"/>
                    <a:pt x="427" y="334"/>
                    <a:pt x="404" y="298"/>
                  </a:cubicBezTo>
                  <a:close/>
                </a:path>
              </a:pathLst>
            </a:custGeom>
            <a:grpFill/>
            <a:ln>
              <a:solidFill>
                <a:schemeClr val="accent6">
                  <a:lumMod val="75000"/>
                </a:schemeClr>
              </a:solidFill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chemeClr val="accent6">
                    <a:lumMod val="50000"/>
                  </a:schemeClr>
                </a:solidFill>
              </a:endParaRPr>
            </a:p>
          </p:txBody>
        </p:sp>
        <p:sp>
          <p:nvSpPr>
            <p:cNvPr id="33" name="Freeform 6"/>
            <p:cNvSpPr>
              <a:spLocks noEditPoints="1"/>
            </p:cNvSpPr>
            <p:nvPr>
              <p:custDataLst>
                <p:tags r:id="rId22"/>
              </p:custDataLst>
            </p:nvPr>
          </p:nvSpPr>
          <p:spPr bwMode="auto">
            <a:xfrm>
              <a:off x="1526" y="1009"/>
              <a:ext cx="573" cy="830"/>
            </a:xfrm>
            <a:custGeom>
              <a:avLst/>
              <a:gdLst>
                <a:gd name="T0" fmla="*/ 440 w 440"/>
                <a:gd name="T1" fmla="*/ 418 h 638"/>
                <a:gd name="T2" fmla="*/ 322 w 440"/>
                <a:gd name="T3" fmla="*/ 223 h 638"/>
                <a:gd name="T4" fmla="*/ 319 w 440"/>
                <a:gd name="T5" fmla="*/ 41 h 638"/>
                <a:gd name="T6" fmla="*/ 119 w 440"/>
                <a:gd name="T7" fmla="*/ 40 h 638"/>
                <a:gd name="T8" fmla="*/ 114 w 440"/>
                <a:gd name="T9" fmla="*/ 225 h 638"/>
                <a:gd name="T10" fmla="*/ 0 w 440"/>
                <a:gd name="T11" fmla="*/ 418 h 638"/>
                <a:gd name="T12" fmla="*/ 143 w 440"/>
                <a:gd name="T13" fmla="*/ 75 h 638"/>
                <a:gd name="T14" fmla="*/ 294 w 440"/>
                <a:gd name="T15" fmla="*/ 134 h 638"/>
                <a:gd name="T16" fmla="*/ 143 w 440"/>
                <a:gd name="T17" fmla="*/ 75 h 638"/>
                <a:gd name="T18" fmla="*/ 294 w 440"/>
                <a:gd name="T19" fmla="*/ 162 h 638"/>
                <a:gd name="T20" fmla="*/ 294 w 440"/>
                <a:gd name="T21" fmla="*/ 189 h 638"/>
                <a:gd name="T22" fmla="*/ 143 w 440"/>
                <a:gd name="T23" fmla="*/ 134 h 638"/>
                <a:gd name="T24" fmla="*/ 213 w 440"/>
                <a:gd name="T25" fmla="*/ 411 h 638"/>
                <a:gd name="T26" fmla="*/ 184 w 440"/>
                <a:gd name="T27" fmla="*/ 400 h 638"/>
                <a:gd name="T28" fmla="*/ 196 w 440"/>
                <a:gd name="T29" fmla="*/ 200 h 638"/>
                <a:gd name="T30" fmla="*/ 230 w 440"/>
                <a:gd name="T31" fmla="*/ 228 h 638"/>
                <a:gd name="T32" fmla="*/ 218 w 440"/>
                <a:gd name="T33" fmla="*/ 408 h 638"/>
                <a:gd name="T34" fmla="*/ 213 w 440"/>
                <a:gd name="T35" fmla="*/ 459 h 638"/>
                <a:gd name="T36" fmla="*/ 213 w 440"/>
                <a:gd name="T37" fmla="*/ 435 h 638"/>
                <a:gd name="T38" fmla="*/ 136 w 440"/>
                <a:gd name="T39" fmla="*/ 245 h 638"/>
                <a:gd name="T40" fmla="*/ 143 w 440"/>
                <a:gd name="T41" fmla="*/ 191 h 638"/>
                <a:gd name="T42" fmla="*/ 183 w 440"/>
                <a:gd name="T43" fmla="*/ 228 h 638"/>
                <a:gd name="T44" fmla="*/ 146 w 440"/>
                <a:gd name="T45" fmla="*/ 411 h 638"/>
                <a:gd name="T46" fmla="*/ 139 w 440"/>
                <a:gd name="T47" fmla="*/ 470 h 638"/>
                <a:gd name="T48" fmla="*/ 181 w 440"/>
                <a:gd name="T49" fmla="*/ 421 h 638"/>
                <a:gd name="T50" fmla="*/ 188 w 440"/>
                <a:gd name="T51" fmla="*/ 450 h 638"/>
                <a:gd name="T52" fmla="*/ 237 w 440"/>
                <a:gd name="T53" fmla="*/ 450 h 638"/>
                <a:gd name="T54" fmla="*/ 245 w 440"/>
                <a:gd name="T55" fmla="*/ 421 h 638"/>
                <a:gd name="T56" fmla="*/ 286 w 440"/>
                <a:gd name="T57" fmla="*/ 470 h 638"/>
                <a:gd name="T58" fmla="*/ 279 w 440"/>
                <a:gd name="T59" fmla="*/ 411 h 638"/>
                <a:gd name="T60" fmla="*/ 243 w 440"/>
                <a:gd name="T61" fmla="*/ 228 h 638"/>
                <a:gd name="T62" fmla="*/ 294 w 440"/>
                <a:gd name="T63" fmla="*/ 217 h 638"/>
                <a:gd name="T64" fmla="*/ 302 w 440"/>
                <a:gd name="T65" fmla="*/ 244 h 638"/>
                <a:gd name="T66" fmla="*/ 220 w 440"/>
                <a:gd name="T67" fmla="*/ 610 h 638"/>
                <a:gd name="T68" fmla="*/ 136 w 440"/>
                <a:gd name="T69" fmla="*/ 245 h 638"/>
                <a:gd name="T70" fmla="*/ 160 w 440"/>
                <a:gd name="T71" fmla="*/ 443 h 638"/>
                <a:gd name="T72" fmla="*/ 143 w 440"/>
                <a:gd name="T73" fmla="*/ 447 h 638"/>
                <a:gd name="T74" fmla="*/ 168 w 440"/>
                <a:gd name="T75" fmla="*/ 422 h 638"/>
                <a:gd name="T76" fmla="*/ 273 w 440"/>
                <a:gd name="T77" fmla="*/ 429 h 638"/>
                <a:gd name="T78" fmla="*/ 280 w 440"/>
                <a:gd name="T79" fmla="*/ 452 h 638"/>
                <a:gd name="T80" fmla="*/ 258 w 440"/>
                <a:gd name="T81" fmla="*/ 422 h 6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40" h="638">
                  <a:moveTo>
                    <a:pt x="220" y="638"/>
                  </a:moveTo>
                  <a:cubicBezTo>
                    <a:pt x="342" y="638"/>
                    <a:pt x="440" y="539"/>
                    <a:pt x="440" y="418"/>
                  </a:cubicBezTo>
                  <a:cubicBezTo>
                    <a:pt x="440" y="375"/>
                    <a:pt x="428" y="334"/>
                    <a:pt x="405" y="298"/>
                  </a:cubicBezTo>
                  <a:cubicBezTo>
                    <a:pt x="384" y="267"/>
                    <a:pt x="356" y="241"/>
                    <a:pt x="322" y="223"/>
                  </a:cubicBezTo>
                  <a:cubicBezTo>
                    <a:pt x="322" y="222"/>
                    <a:pt x="322" y="50"/>
                    <a:pt x="322" y="50"/>
                  </a:cubicBezTo>
                  <a:cubicBezTo>
                    <a:pt x="322" y="47"/>
                    <a:pt x="321" y="44"/>
                    <a:pt x="319" y="41"/>
                  </a:cubicBezTo>
                  <a:cubicBezTo>
                    <a:pt x="317" y="39"/>
                    <a:pt x="283" y="0"/>
                    <a:pt x="222" y="0"/>
                  </a:cubicBezTo>
                  <a:cubicBezTo>
                    <a:pt x="162" y="0"/>
                    <a:pt x="121" y="38"/>
                    <a:pt x="119" y="40"/>
                  </a:cubicBezTo>
                  <a:cubicBezTo>
                    <a:pt x="117" y="43"/>
                    <a:pt x="115" y="46"/>
                    <a:pt x="115" y="50"/>
                  </a:cubicBezTo>
                  <a:cubicBezTo>
                    <a:pt x="115" y="50"/>
                    <a:pt x="115" y="223"/>
                    <a:pt x="114" y="225"/>
                  </a:cubicBezTo>
                  <a:cubicBezTo>
                    <a:pt x="82" y="243"/>
                    <a:pt x="55" y="269"/>
                    <a:pt x="35" y="300"/>
                  </a:cubicBezTo>
                  <a:cubicBezTo>
                    <a:pt x="12" y="335"/>
                    <a:pt x="0" y="376"/>
                    <a:pt x="0" y="418"/>
                  </a:cubicBezTo>
                  <a:cubicBezTo>
                    <a:pt x="0" y="539"/>
                    <a:pt x="99" y="638"/>
                    <a:pt x="220" y="638"/>
                  </a:cubicBezTo>
                  <a:close/>
                  <a:moveTo>
                    <a:pt x="143" y="75"/>
                  </a:moveTo>
                  <a:cubicBezTo>
                    <a:pt x="294" y="102"/>
                    <a:pt x="294" y="102"/>
                    <a:pt x="294" y="102"/>
                  </a:cubicBezTo>
                  <a:cubicBezTo>
                    <a:pt x="294" y="134"/>
                    <a:pt x="294" y="134"/>
                    <a:pt x="294" y="134"/>
                  </a:cubicBezTo>
                  <a:cubicBezTo>
                    <a:pt x="143" y="106"/>
                    <a:pt x="143" y="106"/>
                    <a:pt x="143" y="106"/>
                  </a:cubicBezTo>
                  <a:lnTo>
                    <a:pt x="143" y="75"/>
                  </a:lnTo>
                  <a:close/>
                  <a:moveTo>
                    <a:pt x="143" y="134"/>
                  </a:moveTo>
                  <a:cubicBezTo>
                    <a:pt x="294" y="162"/>
                    <a:pt x="294" y="162"/>
                    <a:pt x="294" y="162"/>
                  </a:cubicBezTo>
                  <a:cubicBezTo>
                    <a:pt x="294" y="180"/>
                    <a:pt x="294" y="180"/>
                    <a:pt x="294" y="180"/>
                  </a:cubicBezTo>
                  <a:cubicBezTo>
                    <a:pt x="294" y="189"/>
                    <a:pt x="294" y="189"/>
                    <a:pt x="294" y="189"/>
                  </a:cubicBezTo>
                  <a:cubicBezTo>
                    <a:pt x="143" y="163"/>
                    <a:pt x="143" y="163"/>
                    <a:pt x="143" y="163"/>
                  </a:cubicBezTo>
                  <a:lnTo>
                    <a:pt x="143" y="134"/>
                  </a:lnTo>
                  <a:close/>
                  <a:moveTo>
                    <a:pt x="218" y="408"/>
                  </a:moveTo>
                  <a:cubicBezTo>
                    <a:pt x="216" y="409"/>
                    <a:pt x="214" y="410"/>
                    <a:pt x="213" y="411"/>
                  </a:cubicBezTo>
                  <a:cubicBezTo>
                    <a:pt x="211" y="410"/>
                    <a:pt x="209" y="409"/>
                    <a:pt x="207" y="408"/>
                  </a:cubicBezTo>
                  <a:cubicBezTo>
                    <a:pt x="201" y="404"/>
                    <a:pt x="193" y="402"/>
                    <a:pt x="184" y="400"/>
                  </a:cubicBezTo>
                  <a:cubicBezTo>
                    <a:pt x="191" y="354"/>
                    <a:pt x="194" y="273"/>
                    <a:pt x="195" y="228"/>
                  </a:cubicBezTo>
                  <a:cubicBezTo>
                    <a:pt x="195" y="215"/>
                    <a:pt x="196" y="205"/>
                    <a:pt x="196" y="200"/>
                  </a:cubicBezTo>
                  <a:cubicBezTo>
                    <a:pt x="230" y="206"/>
                    <a:pt x="230" y="206"/>
                    <a:pt x="230" y="206"/>
                  </a:cubicBezTo>
                  <a:cubicBezTo>
                    <a:pt x="230" y="211"/>
                    <a:pt x="230" y="219"/>
                    <a:pt x="230" y="228"/>
                  </a:cubicBezTo>
                  <a:cubicBezTo>
                    <a:pt x="231" y="273"/>
                    <a:pt x="234" y="354"/>
                    <a:pt x="241" y="400"/>
                  </a:cubicBezTo>
                  <a:cubicBezTo>
                    <a:pt x="233" y="402"/>
                    <a:pt x="225" y="404"/>
                    <a:pt x="218" y="408"/>
                  </a:cubicBezTo>
                  <a:close/>
                  <a:moveTo>
                    <a:pt x="225" y="448"/>
                  </a:moveTo>
                  <a:cubicBezTo>
                    <a:pt x="224" y="452"/>
                    <a:pt x="218" y="459"/>
                    <a:pt x="213" y="459"/>
                  </a:cubicBezTo>
                  <a:cubicBezTo>
                    <a:pt x="208" y="459"/>
                    <a:pt x="201" y="452"/>
                    <a:pt x="201" y="448"/>
                  </a:cubicBezTo>
                  <a:cubicBezTo>
                    <a:pt x="201" y="445"/>
                    <a:pt x="204" y="439"/>
                    <a:pt x="213" y="435"/>
                  </a:cubicBezTo>
                  <a:cubicBezTo>
                    <a:pt x="221" y="439"/>
                    <a:pt x="225" y="445"/>
                    <a:pt x="225" y="448"/>
                  </a:cubicBezTo>
                  <a:close/>
                  <a:moveTo>
                    <a:pt x="136" y="245"/>
                  </a:moveTo>
                  <a:cubicBezTo>
                    <a:pt x="144" y="242"/>
                    <a:pt x="144" y="242"/>
                    <a:pt x="144" y="242"/>
                  </a:cubicBezTo>
                  <a:cubicBezTo>
                    <a:pt x="143" y="191"/>
                    <a:pt x="143" y="191"/>
                    <a:pt x="143" y="191"/>
                  </a:cubicBezTo>
                  <a:cubicBezTo>
                    <a:pt x="183" y="198"/>
                    <a:pt x="183" y="198"/>
                    <a:pt x="183" y="198"/>
                  </a:cubicBezTo>
                  <a:cubicBezTo>
                    <a:pt x="183" y="205"/>
                    <a:pt x="183" y="215"/>
                    <a:pt x="183" y="228"/>
                  </a:cubicBezTo>
                  <a:cubicBezTo>
                    <a:pt x="181" y="278"/>
                    <a:pt x="178" y="360"/>
                    <a:pt x="172" y="400"/>
                  </a:cubicBezTo>
                  <a:cubicBezTo>
                    <a:pt x="162" y="401"/>
                    <a:pt x="153" y="404"/>
                    <a:pt x="146" y="411"/>
                  </a:cubicBezTo>
                  <a:cubicBezTo>
                    <a:pt x="138" y="418"/>
                    <a:pt x="133" y="429"/>
                    <a:pt x="131" y="441"/>
                  </a:cubicBezTo>
                  <a:cubicBezTo>
                    <a:pt x="129" y="453"/>
                    <a:pt x="132" y="464"/>
                    <a:pt x="139" y="470"/>
                  </a:cubicBezTo>
                  <a:cubicBezTo>
                    <a:pt x="146" y="477"/>
                    <a:pt x="158" y="477"/>
                    <a:pt x="170" y="457"/>
                  </a:cubicBezTo>
                  <a:cubicBezTo>
                    <a:pt x="174" y="449"/>
                    <a:pt x="178" y="436"/>
                    <a:pt x="181" y="421"/>
                  </a:cubicBezTo>
                  <a:cubicBezTo>
                    <a:pt x="186" y="421"/>
                    <a:pt x="192" y="423"/>
                    <a:pt x="197" y="425"/>
                  </a:cubicBezTo>
                  <a:cubicBezTo>
                    <a:pt x="189" y="434"/>
                    <a:pt x="188" y="444"/>
                    <a:pt x="188" y="450"/>
                  </a:cubicBezTo>
                  <a:cubicBezTo>
                    <a:pt x="189" y="464"/>
                    <a:pt x="200" y="480"/>
                    <a:pt x="213" y="480"/>
                  </a:cubicBezTo>
                  <a:cubicBezTo>
                    <a:pt x="225" y="480"/>
                    <a:pt x="236" y="464"/>
                    <a:pt x="237" y="450"/>
                  </a:cubicBezTo>
                  <a:cubicBezTo>
                    <a:pt x="237" y="444"/>
                    <a:pt x="236" y="434"/>
                    <a:pt x="229" y="425"/>
                  </a:cubicBezTo>
                  <a:cubicBezTo>
                    <a:pt x="234" y="423"/>
                    <a:pt x="239" y="421"/>
                    <a:pt x="245" y="421"/>
                  </a:cubicBezTo>
                  <a:cubicBezTo>
                    <a:pt x="248" y="436"/>
                    <a:pt x="251" y="449"/>
                    <a:pt x="256" y="457"/>
                  </a:cubicBezTo>
                  <a:cubicBezTo>
                    <a:pt x="267" y="477"/>
                    <a:pt x="279" y="477"/>
                    <a:pt x="286" y="470"/>
                  </a:cubicBezTo>
                  <a:cubicBezTo>
                    <a:pt x="293" y="464"/>
                    <a:pt x="296" y="453"/>
                    <a:pt x="294" y="441"/>
                  </a:cubicBezTo>
                  <a:cubicBezTo>
                    <a:pt x="292" y="429"/>
                    <a:pt x="287" y="418"/>
                    <a:pt x="279" y="411"/>
                  </a:cubicBezTo>
                  <a:cubicBezTo>
                    <a:pt x="272" y="404"/>
                    <a:pt x="263" y="401"/>
                    <a:pt x="254" y="400"/>
                  </a:cubicBezTo>
                  <a:cubicBezTo>
                    <a:pt x="247" y="360"/>
                    <a:pt x="244" y="278"/>
                    <a:pt x="243" y="228"/>
                  </a:cubicBezTo>
                  <a:cubicBezTo>
                    <a:pt x="243" y="220"/>
                    <a:pt x="242" y="214"/>
                    <a:pt x="242" y="208"/>
                  </a:cubicBezTo>
                  <a:cubicBezTo>
                    <a:pt x="294" y="217"/>
                    <a:pt x="294" y="217"/>
                    <a:pt x="294" y="217"/>
                  </a:cubicBezTo>
                  <a:cubicBezTo>
                    <a:pt x="294" y="240"/>
                    <a:pt x="294" y="240"/>
                    <a:pt x="294" y="240"/>
                  </a:cubicBezTo>
                  <a:cubicBezTo>
                    <a:pt x="302" y="244"/>
                    <a:pt x="302" y="244"/>
                    <a:pt x="302" y="244"/>
                  </a:cubicBezTo>
                  <a:cubicBezTo>
                    <a:pt x="369" y="275"/>
                    <a:pt x="413" y="344"/>
                    <a:pt x="413" y="418"/>
                  </a:cubicBezTo>
                  <a:cubicBezTo>
                    <a:pt x="413" y="524"/>
                    <a:pt x="326" y="610"/>
                    <a:pt x="220" y="610"/>
                  </a:cubicBezTo>
                  <a:cubicBezTo>
                    <a:pt x="114" y="610"/>
                    <a:pt x="28" y="524"/>
                    <a:pt x="28" y="418"/>
                  </a:cubicBezTo>
                  <a:cubicBezTo>
                    <a:pt x="28" y="344"/>
                    <a:pt x="70" y="278"/>
                    <a:pt x="136" y="245"/>
                  </a:cubicBezTo>
                  <a:close/>
                  <a:moveTo>
                    <a:pt x="168" y="422"/>
                  </a:moveTo>
                  <a:cubicBezTo>
                    <a:pt x="165" y="431"/>
                    <a:pt x="163" y="438"/>
                    <a:pt x="160" y="443"/>
                  </a:cubicBezTo>
                  <a:cubicBezTo>
                    <a:pt x="154" y="454"/>
                    <a:pt x="148" y="455"/>
                    <a:pt x="145" y="452"/>
                  </a:cubicBezTo>
                  <a:cubicBezTo>
                    <a:pt x="144" y="451"/>
                    <a:pt x="143" y="449"/>
                    <a:pt x="143" y="447"/>
                  </a:cubicBezTo>
                  <a:cubicBezTo>
                    <a:pt x="144" y="439"/>
                    <a:pt x="147" y="434"/>
                    <a:pt x="152" y="429"/>
                  </a:cubicBezTo>
                  <a:cubicBezTo>
                    <a:pt x="156" y="425"/>
                    <a:pt x="162" y="423"/>
                    <a:pt x="168" y="422"/>
                  </a:cubicBezTo>
                  <a:close/>
                  <a:moveTo>
                    <a:pt x="258" y="422"/>
                  </a:moveTo>
                  <a:cubicBezTo>
                    <a:pt x="264" y="423"/>
                    <a:pt x="269" y="425"/>
                    <a:pt x="273" y="429"/>
                  </a:cubicBezTo>
                  <a:cubicBezTo>
                    <a:pt x="278" y="434"/>
                    <a:pt x="281" y="439"/>
                    <a:pt x="282" y="447"/>
                  </a:cubicBezTo>
                  <a:cubicBezTo>
                    <a:pt x="283" y="449"/>
                    <a:pt x="282" y="451"/>
                    <a:pt x="280" y="452"/>
                  </a:cubicBezTo>
                  <a:cubicBezTo>
                    <a:pt x="277" y="455"/>
                    <a:pt x="271" y="454"/>
                    <a:pt x="265" y="443"/>
                  </a:cubicBezTo>
                  <a:cubicBezTo>
                    <a:pt x="262" y="438"/>
                    <a:pt x="260" y="431"/>
                    <a:pt x="258" y="422"/>
                  </a:cubicBezTo>
                  <a:close/>
                </a:path>
              </a:pathLst>
            </a:custGeom>
            <a:grpFill/>
            <a:ln>
              <a:solidFill>
                <a:schemeClr val="accent6">
                  <a:lumMod val="75000"/>
                </a:schemeClr>
              </a:solidFill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chemeClr val="accent6">
                    <a:lumMod val="50000"/>
                  </a:schemeClr>
                </a:solidFill>
              </a:endParaRPr>
            </a:p>
          </p:txBody>
        </p:sp>
        <p:sp>
          <p:nvSpPr>
            <p:cNvPr id="34" name="Freeform 7"/>
            <p:cNvSpPr/>
            <p:nvPr>
              <p:custDataLst>
                <p:tags r:id="rId23"/>
              </p:custDataLst>
            </p:nvPr>
          </p:nvSpPr>
          <p:spPr bwMode="auto">
            <a:xfrm>
              <a:off x="2145" y="1578"/>
              <a:ext cx="164" cy="42"/>
            </a:xfrm>
            <a:custGeom>
              <a:avLst/>
              <a:gdLst>
                <a:gd name="T0" fmla="*/ 0 w 126"/>
                <a:gd name="T1" fmla="*/ 16 h 33"/>
                <a:gd name="T2" fmla="*/ 17 w 126"/>
                <a:gd name="T3" fmla="*/ 33 h 33"/>
                <a:gd name="T4" fmla="*/ 109 w 126"/>
                <a:gd name="T5" fmla="*/ 33 h 33"/>
                <a:gd name="T6" fmla="*/ 126 w 126"/>
                <a:gd name="T7" fmla="*/ 16 h 33"/>
                <a:gd name="T8" fmla="*/ 109 w 126"/>
                <a:gd name="T9" fmla="*/ 0 h 33"/>
                <a:gd name="T10" fmla="*/ 17 w 126"/>
                <a:gd name="T11" fmla="*/ 0 h 33"/>
                <a:gd name="T12" fmla="*/ 0 w 126"/>
                <a:gd name="T13" fmla="*/ 16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6" h="33">
                  <a:moveTo>
                    <a:pt x="0" y="16"/>
                  </a:moveTo>
                  <a:cubicBezTo>
                    <a:pt x="0" y="25"/>
                    <a:pt x="7" y="33"/>
                    <a:pt x="17" y="33"/>
                  </a:cubicBezTo>
                  <a:cubicBezTo>
                    <a:pt x="109" y="33"/>
                    <a:pt x="109" y="33"/>
                    <a:pt x="109" y="33"/>
                  </a:cubicBezTo>
                  <a:cubicBezTo>
                    <a:pt x="118" y="33"/>
                    <a:pt x="126" y="25"/>
                    <a:pt x="126" y="16"/>
                  </a:cubicBezTo>
                  <a:cubicBezTo>
                    <a:pt x="126" y="7"/>
                    <a:pt x="118" y="0"/>
                    <a:pt x="109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7" y="0"/>
                    <a:pt x="0" y="7"/>
                    <a:pt x="0" y="16"/>
                  </a:cubicBezTo>
                  <a:close/>
                </a:path>
              </a:pathLst>
            </a:custGeom>
            <a:grpFill/>
            <a:ln>
              <a:solidFill>
                <a:schemeClr val="accent6">
                  <a:lumMod val="75000"/>
                </a:schemeClr>
              </a:solidFill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chemeClr val="accent6">
                    <a:lumMod val="50000"/>
                  </a:schemeClr>
                </a:solidFill>
              </a:endParaRPr>
            </a:p>
          </p:txBody>
        </p:sp>
        <p:sp>
          <p:nvSpPr>
            <p:cNvPr id="35" name="Freeform 8"/>
            <p:cNvSpPr/>
            <p:nvPr>
              <p:custDataLst>
                <p:tags r:id="rId24"/>
              </p:custDataLst>
            </p:nvPr>
          </p:nvSpPr>
          <p:spPr bwMode="auto">
            <a:xfrm>
              <a:off x="1763" y="1882"/>
              <a:ext cx="44" cy="160"/>
            </a:xfrm>
            <a:custGeom>
              <a:avLst/>
              <a:gdLst>
                <a:gd name="T0" fmla="*/ 17 w 34"/>
                <a:gd name="T1" fmla="*/ 0 h 123"/>
                <a:gd name="T2" fmla="*/ 0 w 34"/>
                <a:gd name="T3" fmla="*/ 16 h 123"/>
                <a:gd name="T4" fmla="*/ 0 w 34"/>
                <a:gd name="T5" fmla="*/ 106 h 123"/>
                <a:gd name="T6" fmla="*/ 17 w 34"/>
                <a:gd name="T7" fmla="*/ 123 h 123"/>
                <a:gd name="T8" fmla="*/ 34 w 34"/>
                <a:gd name="T9" fmla="*/ 106 h 123"/>
                <a:gd name="T10" fmla="*/ 34 w 34"/>
                <a:gd name="T11" fmla="*/ 16 h 123"/>
                <a:gd name="T12" fmla="*/ 17 w 34"/>
                <a:gd name="T13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4" h="123">
                  <a:moveTo>
                    <a:pt x="17" y="0"/>
                  </a:moveTo>
                  <a:cubicBezTo>
                    <a:pt x="7" y="0"/>
                    <a:pt x="0" y="7"/>
                    <a:pt x="0" y="16"/>
                  </a:cubicBezTo>
                  <a:cubicBezTo>
                    <a:pt x="0" y="106"/>
                    <a:pt x="0" y="106"/>
                    <a:pt x="0" y="106"/>
                  </a:cubicBezTo>
                  <a:cubicBezTo>
                    <a:pt x="0" y="115"/>
                    <a:pt x="7" y="123"/>
                    <a:pt x="17" y="123"/>
                  </a:cubicBezTo>
                  <a:cubicBezTo>
                    <a:pt x="26" y="123"/>
                    <a:pt x="34" y="115"/>
                    <a:pt x="34" y="106"/>
                  </a:cubicBezTo>
                  <a:cubicBezTo>
                    <a:pt x="34" y="16"/>
                    <a:pt x="34" y="16"/>
                    <a:pt x="34" y="16"/>
                  </a:cubicBezTo>
                  <a:cubicBezTo>
                    <a:pt x="34" y="7"/>
                    <a:pt x="26" y="0"/>
                    <a:pt x="17" y="0"/>
                  </a:cubicBezTo>
                  <a:close/>
                </a:path>
              </a:pathLst>
            </a:custGeom>
            <a:grpFill/>
            <a:ln>
              <a:solidFill>
                <a:schemeClr val="accent6">
                  <a:lumMod val="75000"/>
                </a:schemeClr>
              </a:solidFill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chemeClr val="accent6">
                    <a:lumMod val="50000"/>
                  </a:schemeClr>
                </a:solidFill>
              </a:endParaRPr>
            </a:p>
          </p:txBody>
        </p:sp>
        <p:sp>
          <p:nvSpPr>
            <p:cNvPr id="36" name="Freeform 9"/>
            <p:cNvSpPr/>
            <p:nvPr>
              <p:custDataLst>
                <p:tags r:id="rId25"/>
              </p:custDataLst>
            </p:nvPr>
          </p:nvSpPr>
          <p:spPr bwMode="auto">
            <a:xfrm>
              <a:off x="1308" y="1557"/>
              <a:ext cx="165" cy="44"/>
            </a:xfrm>
            <a:custGeom>
              <a:avLst/>
              <a:gdLst>
                <a:gd name="T0" fmla="*/ 17 w 127"/>
                <a:gd name="T1" fmla="*/ 34 h 34"/>
                <a:gd name="T2" fmla="*/ 110 w 127"/>
                <a:gd name="T3" fmla="*/ 34 h 34"/>
                <a:gd name="T4" fmla="*/ 127 w 127"/>
                <a:gd name="T5" fmla="*/ 17 h 34"/>
                <a:gd name="T6" fmla="*/ 110 w 127"/>
                <a:gd name="T7" fmla="*/ 0 h 34"/>
                <a:gd name="T8" fmla="*/ 17 w 127"/>
                <a:gd name="T9" fmla="*/ 0 h 34"/>
                <a:gd name="T10" fmla="*/ 0 w 127"/>
                <a:gd name="T11" fmla="*/ 17 h 34"/>
                <a:gd name="T12" fmla="*/ 17 w 127"/>
                <a:gd name="T13" fmla="*/ 34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7" h="34">
                  <a:moveTo>
                    <a:pt x="17" y="34"/>
                  </a:moveTo>
                  <a:cubicBezTo>
                    <a:pt x="110" y="34"/>
                    <a:pt x="110" y="34"/>
                    <a:pt x="110" y="34"/>
                  </a:cubicBezTo>
                  <a:cubicBezTo>
                    <a:pt x="119" y="34"/>
                    <a:pt x="127" y="26"/>
                    <a:pt x="127" y="17"/>
                  </a:cubicBezTo>
                  <a:cubicBezTo>
                    <a:pt x="127" y="8"/>
                    <a:pt x="119" y="0"/>
                    <a:pt x="110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8" y="0"/>
                    <a:pt x="0" y="8"/>
                    <a:pt x="0" y="17"/>
                  </a:cubicBezTo>
                  <a:cubicBezTo>
                    <a:pt x="0" y="26"/>
                    <a:pt x="8" y="34"/>
                    <a:pt x="17" y="34"/>
                  </a:cubicBezTo>
                  <a:close/>
                </a:path>
              </a:pathLst>
            </a:custGeom>
            <a:grpFill/>
            <a:ln>
              <a:solidFill>
                <a:schemeClr val="accent6">
                  <a:lumMod val="75000"/>
                </a:schemeClr>
              </a:solidFill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chemeClr val="accent6">
                    <a:lumMod val="50000"/>
                  </a:schemeClr>
                </a:solidFill>
              </a:endParaRPr>
            </a:p>
          </p:txBody>
        </p:sp>
        <p:sp>
          <p:nvSpPr>
            <p:cNvPr id="37" name="Freeform 10"/>
            <p:cNvSpPr/>
            <p:nvPr>
              <p:custDataLst>
                <p:tags r:id="rId26"/>
              </p:custDataLst>
            </p:nvPr>
          </p:nvSpPr>
          <p:spPr bwMode="auto">
            <a:xfrm>
              <a:off x="1403" y="1231"/>
              <a:ext cx="145" cy="117"/>
            </a:xfrm>
            <a:custGeom>
              <a:avLst/>
              <a:gdLst>
                <a:gd name="T0" fmla="*/ 9 w 112"/>
                <a:gd name="T1" fmla="*/ 30 h 90"/>
                <a:gd name="T2" fmla="*/ 83 w 112"/>
                <a:gd name="T3" fmla="*/ 84 h 90"/>
                <a:gd name="T4" fmla="*/ 107 w 112"/>
                <a:gd name="T5" fmla="*/ 81 h 90"/>
                <a:gd name="T6" fmla="*/ 103 w 112"/>
                <a:gd name="T7" fmla="*/ 58 h 90"/>
                <a:gd name="T8" fmla="*/ 30 w 112"/>
                <a:gd name="T9" fmla="*/ 3 h 90"/>
                <a:gd name="T10" fmla="*/ 20 w 112"/>
                <a:gd name="T11" fmla="*/ 0 h 90"/>
                <a:gd name="T12" fmla="*/ 6 w 112"/>
                <a:gd name="T13" fmla="*/ 7 h 90"/>
                <a:gd name="T14" fmla="*/ 9 w 112"/>
                <a:gd name="T15" fmla="*/ 3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2" h="90">
                  <a:moveTo>
                    <a:pt x="9" y="30"/>
                  </a:moveTo>
                  <a:cubicBezTo>
                    <a:pt x="83" y="84"/>
                    <a:pt x="83" y="84"/>
                    <a:pt x="83" y="84"/>
                  </a:cubicBezTo>
                  <a:cubicBezTo>
                    <a:pt x="90" y="90"/>
                    <a:pt x="101" y="88"/>
                    <a:pt x="107" y="81"/>
                  </a:cubicBezTo>
                  <a:cubicBezTo>
                    <a:pt x="112" y="74"/>
                    <a:pt x="111" y="63"/>
                    <a:pt x="103" y="58"/>
                  </a:cubicBezTo>
                  <a:cubicBezTo>
                    <a:pt x="30" y="3"/>
                    <a:pt x="30" y="3"/>
                    <a:pt x="30" y="3"/>
                  </a:cubicBezTo>
                  <a:cubicBezTo>
                    <a:pt x="27" y="1"/>
                    <a:pt x="23" y="0"/>
                    <a:pt x="20" y="0"/>
                  </a:cubicBezTo>
                  <a:cubicBezTo>
                    <a:pt x="14" y="0"/>
                    <a:pt x="9" y="2"/>
                    <a:pt x="6" y="7"/>
                  </a:cubicBezTo>
                  <a:cubicBezTo>
                    <a:pt x="0" y="14"/>
                    <a:pt x="2" y="24"/>
                    <a:pt x="9" y="30"/>
                  </a:cubicBezTo>
                  <a:close/>
                </a:path>
              </a:pathLst>
            </a:custGeom>
            <a:grpFill/>
            <a:ln>
              <a:solidFill>
                <a:schemeClr val="accent6">
                  <a:lumMod val="75000"/>
                </a:schemeClr>
              </a:solidFill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chemeClr val="accent6">
                    <a:lumMod val="50000"/>
                  </a:schemeClr>
                </a:solidFill>
              </a:endParaRPr>
            </a:p>
          </p:txBody>
        </p:sp>
        <p:sp>
          <p:nvSpPr>
            <p:cNvPr id="38" name="Freeform 11"/>
            <p:cNvSpPr/>
            <p:nvPr>
              <p:custDataLst>
                <p:tags r:id="rId27"/>
              </p:custDataLst>
            </p:nvPr>
          </p:nvSpPr>
          <p:spPr bwMode="auto">
            <a:xfrm>
              <a:off x="2073" y="1231"/>
              <a:ext cx="145" cy="117"/>
            </a:xfrm>
            <a:custGeom>
              <a:avLst/>
              <a:gdLst>
                <a:gd name="T0" fmla="*/ 29 w 112"/>
                <a:gd name="T1" fmla="*/ 84 h 90"/>
                <a:gd name="T2" fmla="*/ 103 w 112"/>
                <a:gd name="T3" fmla="*/ 30 h 90"/>
                <a:gd name="T4" fmla="*/ 106 w 112"/>
                <a:gd name="T5" fmla="*/ 7 h 90"/>
                <a:gd name="T6" fmla="*/ 92 w 112"/>
                <a:gd name="T7" fmla="*/ 0 h 90"/>
                <a:gd name="T8" fmla="*/ 82 w 112"/>
                <a:gd name="T9" fmla="*/ 3 h 90"/>
                <a:gd name="T10" fmla="*/ 9 w 112"/>
                <a:gd name="T11" fmla="*/ 58 h 90"/>
                <a:gd name="T12" fmla="*/ 5 w 112"/>
                <a:gd name="T13" fmla="*/ 81 h 90"/>
                <a:gd name="T14" fmla="*/ 29 w 112"/>
                <a:gd name="T15" fmla="*/ 84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2" h="90">
                  <a:moveTo>
                    <a:pt x="29" y="84"/>
                  </a:moveTo>
                  <a:cubicBezTo>
                    <a:pt x="103" y="30"/>
                    <a:pt x="103" y="30"/>
                    <a:pt x="103" y="30"/>
                  </a:cubicBezTo>
                  <a:cubicBezTo>
                    <a:pt x="110" y="24"/>
                    <a:pt x="112" y="14"/>
                    <a:pt x="106" y="7"/>
                  </a:cubicBezTo>
                  <a:cubicBezTo>
                    <a:pt x="103" y="2"/>
                    <a:pt x="98" y="0"/>
                    <a:pt x="92" y="0"/>
                  </a:cubicBezTo>
                  <a:cubicBezTo>
                    <a:pt x="89" y="0"/>
                    <a:pt x="85" y="1"/>
                    <a:pt x="82" y="3"/>
                  </a:cubicBezTo>
                  <a:cubicBezTo>
                    <a:pt x="9" y="58"/>
                    <a:pt x="9" y="58"/>
                    <a:pt x="9" y="58"/>
                  </a:cubicBezTo>
                  <a:cubicBezTo>
                    <a:pt x="1" y="63"/>
                    <a:pt x="0" y="74"/>
                    <a:pt x="5" y="81"/>
                  </a:cubicBezTo>
                  <a:cubicBezTo>
                    <a:pt x="11" y="88"/>
                    <a:pt x="22" y="90"/>
                    <a:pt x="29" y="84"/>
                  </a:cubicBezTo>
                  <a:close/>
                </a:path>
              </a:pathLst>
            </a:custGeom>
            <a:grpFill/>
            <a:ln>
              <a:solidFill>
                <a:schemeClr val="accent6">
                  <a:lumMod val="75000"/>
                </a:schemeClr>
              </a:solidFill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chemeClr val="accent6">
                    <a:lumMod val="50000"/>
                  </a:schemeClr>
                </a:solidFill>
              </a:endParaRPr>
            </a:p>
          </p:txBody>
        </p:sp>
        <p:sp>
          <p:nvSpPr>
            <p:cNvPr id="39" name="Freeform 12"/>
            <p:cNvSpPr/>
            <p:nvPr>
              <p:custDataLst>
                <p:tags r:id="rId28"/>
              </p:custDataLst>
            </p:nvPr>
          </p:nvSpPr>
          <p:spPr bwMode="auto">
            <a:xfrm>
              <a:off x="1431" y="1813"/>
              <a:ext cx="134" cy="128"/>
            </a:xfrm>
            <a:custGeom>
              <a:avLst/>
              <a:gdLst>
                <a:gd name="T0" fmla="*/ 84 w 103"/>
                <a:gd name="T1" fmla="*/ 0 h 98"/>
                <a:gd name="T2" fmla="*/ 72 w 103"/>
                <a:gd name="T3" fmla="*/ 4 h 98"/>
                <a:gd name="T4" fmla="*/ 7 w 103"/>
                <a:gd name="T5" fmla="*/ 68 h 98"/>
                <a:gd name="T6" fmla="*/ 7 w 103"/>
                <a:gd name="T7" fmla="*/ 91 h 98"/>
                <a:gd name="T8" fmla="*/ 31 w 103"/>
                <a:gd name="T9" fmla="*/ 91 h 98"/>
                <a:gd name="T10" fmla="*/ 96 w 103"/>
                <a:gd name="T11" fmla="*/ 28 h 98"/>
                <a:gd name="T12" fmla="*/ 96 w 103"/>
                <a:gd name="T13" fmla="*/ 4 h 98"/>
                <a:gd name="T14" fmla="*/ 84 w 103"/>
                <a:gd name="T15" fmla="*/ 0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3" h="98">
                  <a:moveTo>
                    <a:pt x="84" y="0"/>
                  </a:moveTo>
                  <a:cubicBezTo>
                    <a:pt x="80" y="0"/>
                    <a:pt x="75" y="1"/>
                    <a:pt x="72" y="4"/>
                  </a:cubicBezTo>
                  <a:cubicBezTo>
                    <a:pt x="7" y="68"/>
                    <a:pt x="7" y="68"/>
                    <a:pt x="7" y="68"/>
                  </a:cubicBezTo>
                  <a:cubicBezTo>
                    <a:pt x="0" y="74"/>
                    <a:pt x="0" y="85"/>
                    <a:pt x="7" y="91"/>
                  </a:cubicBezTo>
                  <a:cubicBezTo>
                    <a:pt x="13" y="98"/>
                    <a:pt x="24" y="98"/>
                    <a:pt x="31" y="91"/>
                  </a:cubicBezTo>
                  <a:cubicBezTo>
                    <a:pt x="96" y="28"/>
                    <a:pt x="96" y="28"/>
                    <a:pt x="96" y="28"/>
                  </a:cubicBezTo>
                  <a:cubicBezTo>
                    <a:pt x="103" y="21"/>
                    <a:pt x="103" y="11"/>
                    <a:pt x="96" y="4"/>
                  </a:cubicBezTo>
                  <a:cubicBezTo>
                    <a:pt x="93" y="1"/>
                    <a:pt x="88" y="0"/>
                    <a:pt x="84" y="0"/>
                  </a:cubicBezTo>
                  <a:close/>
                </a:path>
              </a:pathLst>
            </a:custGeom>
            <a:grpFill/>
            <a:ln>
              <a:solidFill>
                <a:schemeClr val="accent6">
                  <a:lumMod val="75000"/>
                </a:schemeClr>
              </a:solidFill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chemeClr val="accent6">
                    <a:lumMod val="50000"/>
                  </a:schemeClr>
                </a:solidFill>
              </a:endParaRPr>
            </a:p>
          </p:txBody>
        </p:sp>
        <p:sp>
          <p:nvSpPr>
            <p:cNvPr id="40" name="Freeform 13"/>
            <p:cNvSpPr/>
            <p:nvPr>
              <p:custDataLst>
                <p:tags r:id="rId29"/>
              </p:custDataLst>
            </p:nvPr>
          </p:nvSpPr>
          <p:spPr bwMode="auto">
            <a:xfrm>
              <a:off x="2043" y="1813"/>
              <a:ext cx="132" cy="128"/>
            </a:xfrm>
            <a:custGeom>
              <a:avLst/>
              <a:gdLst>
                <a:gd name="T0" fmla="*/ 31 w 102"/>
                <a:gd name="T1" fmla="*/ 4 h 98"/>
                <a:gd name="T2" fmla="*/ 19 w 102"/>
                <a:gd name="T3" fmla="*/ 0 h 98"/>
                <a:gd name="T4" fmla="*/ 7 w 102"/>
                <a:gd name="T5" fmla="*/ 4 h 98"/>
                <a:gd name="T6" fmla="*/ 7 w 102"/>
                <a:gd name="T7" fmla="*/ 28 h 98"/>
                <a:gd name="T8" fmla="*/ 72 w 102"/>
                <a:gd name="T9" fmla="*/ 91 h 98"/>
                <a:gd name="T10" fmla="*/ 96 w 102"/>
                <a:gd name="T11" fmla="*/ 91 h 98"/>
                <a:gd name="T12" fmla="*/ 96 w 102"/>
                <a:gd name="T13" fmla="*/ 68 h 98"/>
                <a:gd name="T14" fmla="*/ 31 w 102"/>
                <a:gd name="T15" fmla="*/ 4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2" h="98">
                  <a:moveTo>
                    <a:pt x="31" y="4"/>
                  </a:moveTo>
                  <a:cubicBezTo>
                    <a:pt x="27" y="1"/>
                    <a:pt x="23" y="0"/>
                    <a:pt x="19" y="0"/>
                  </a:cubicBezTo>
                  <a:cubicBezTo>
                    <a:pt x="14" y="0"/>
                    <a:pt x="10" y="1"/>
                    <a:pt x="7" y="4"/>
                  </a:cubicBezTo>
                  <a:cubicBezTo>
                    <a:pt x="0" y="11"/>
                    <a:pt x="0" y="21"/>
                    <a:pt x="7" y="28"/>
                  </a:cubicBezTo>
                  <a:cubicBezTo>
                    <a:pt x="72" y="91"/>
                    <a:pt x="72" y="91"/>
                    <a:pt x="72" y="91"/>
                  </a:cubicBezTo>
                  <a:cubicBezTo>
                    <a:pt x="78" y="98"/>
                    <a:pt x="89" y="98"/>
                    <a:pt x="96" y="91"/>
                  </a:cubicBezTo>
                  <a:cubicBezTo>
                    <a:pt x="102" y="85"/>
                    <a:pt x="102" y="74"/>
                    <a:pt x="96" y="68"/>
                  </a:cubicBezTo>
                  <a:lnTo>
                    <a:pt x="31" y="4"/>
                  </a:lnTo>
                  <a:close/>
                </a:path>
              </a:pathLst>
            </a:custGeom>
            <a:grpFill/>
            <a:ln>
              <a:solidFill>
                <a:schemeClr val="accent6">
                  <a:lumMod val="75000"/>
                </a:schemeClr>
              </a:solidFill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chemeClr val="accent6">
                    <a:lumMod val="50000"/>
                  </a:schemeClr>
                </a:solidFill>
              </a:endParaRPr>
            </a:p>
          </p:txBody>
        </p:sp>
      </p:grpSp>
      <p:grpSp>
        <p:nvGrpSpPr>
          <p:cNvPr id="43" name="Group 4"/>
          <p:cNvGrpSpPr>
            <a:grpSpLocks noChangeAspect="1"/>
          </p:cNvGrpSpPr>
          <p:nvPr>
            <p:custDataLst>
              <p:tags r:id="rId30"/>
            </p:custDataLst>
          </p:nvPr>
        </p:nvGrpSpPr>
        <p:grpSpPr bwMode="auto">
          <a:xfrm flipV="1">
            <a:off x="5987974" y="508847"/>
            <a:ext cx="739929" cy="763583"/>
            <a:chOff x="1308" y="1009"/>
            <a:chExt cx="1001" cy="1033"/>
          </a:xfrm>
          <a:noFill/>
        </p:grpSpPr>
        <p:sp>
          <p:nvSpPr>
            <p:cNvPr id="44" name="Freeform 5"/>
            <p:cNvSpPr/>
            <p:nvPr>
              <p:custDataLst>
                <p:tags r:id="rId31"/>
              </p:custDataLst>
            </p:nvPr>
          </p:nvSpPr>
          <p:spPr bwMode="auto">
            <a:xfrm>
              <a:off x="1533" y="1009"/>
              <a:ext cx="571" cy="830"/>
            </a:xfrm>
            <a:custGeom>
              <a:avLst/>
              <a:gdLst>
                <a:gd name="T0" fmla="*/ 404 w 439"/>
                <a:gd name="T1" fmla="*/ 298 h 638"/>
                <a:gd name="T2" fmla="*/ 321 w 439"/>
                <a:gd name="T3" fmla="*/ 223 h 638"/>
                <a:gd name="T4" fmla="*/ 321 w 439"/>
                <a:gd name="T5" fmla="*/ 50 h 638"/>
                <a:gd name="T6" fmla="*/ 318 w 439"/>
                <a:gd name="T7" fmla="*/ 41 h 638"/>
                <a:gd name="T8" fmla="*/ 221 w 439"/>
                <a:gd name="T9" fmla="*/ 0 h 638"/>
                <a:gd name="T10" fmla="*/ 118 w 439"/>
                <a:gd name="T11" fmla="*/ 40 h 638"/>
                <a:gd name="T12" fmla="*/ 114 w 439"/>
                <a:gd name="T13" fmla="*/ 50 h 638"/>
                <a:gd name="T14" fmla="*/ 114 w 439"/>
                <a:gd name="T15" fmla="*/ 225 h 638"/>
                <a:gd name="T16" fmla="*/ 34 w 439"/>
                <a:gd name="T17" fmla="*/ 300 h 638"/>
                <a:gd name="T18" fmla="*/ 0 w 439"/>
                <a:gd name="T19" fmla="*/ 418 h 638"/>
                <a:gd name="T20" fmla="*/ 220 w 439"/>
                <a:gd name="T21" fmla="*/ 638 h 638"/>
                <a:gd name="T22" fmla="*/ 439 w 439"/>
                <a:gd name="T23" fmla="*/ 418 h 638"/>
                <a:gd name="T24" fmla="*/ 404 w 439"/>
                <a:gd name="T25" fmla="*/ 298 h 6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9" h="638">
                  <a:moveTo>
                    <a:pt x="404" y="298"/>
                  </a:moveTo>
                  <a:cubicBezTo>
                    <a:pt x="383" y="267"/>
                    <a:pt x="355" y="241"/>
                    <a:pt x="321" y="223"/>
                  </a:cubicBezTo>
                  <a:cubicBezTo>
                    <a:pt x="321" y="222"/>
                    <a:pt x="321" y="50"/>
                    <a:pt x="321" y="50"/>
                  </a:cubicBezTo>
                  <a:cubicBezTo>
                    <a:pt x="321" y="47"/>
                    <a:pt x="320" y="44"/>
                    <a:pt x="318" y="41"/>
                  </a:cubicBezTo>
                  <a:cubicBezTo>
                    <a:pt x="316" y="39"/>
                    <a:pt x="282" y="0"/>
                    <a:pt x="221" y="0"/>
                  </a:cubicBezTo>
                  <a:cubicBezTo>
                    <a:pt x="162" y="0"/>
                    <a:pt x="120" y="38"/>
                    <a:pt x="118" y="40"/>
                  </a:cubicBezTo>
                  <a:cubicBezTo>
                    <a:pt x="116" y="43"/>
                    <a:pt x="114" y="46"/>
                    <a:pt x="114" y="50"/>
                  </a:cubicBezTo>
                  <a:cubicBezTo>
                    <a:pt x="114" y="50"/>
                    <a:pt x="114" y="223"/>
                    <a:pt x="114" y="225"/>
                  </a:cubicBezTo>
                  <a:cubicBezTo>
                    <a:pt x="81" y="243"/>
                    <a:pt x="54" y="269"/>
                    <a:pt x="34" y="300"/>
                  </a:cubicBezTo>
                  <a:cubicBezTo>
                    <a:pt x="11" y="335"/>
                    <a:pt x="0" y="376"/>
                    <a:pt x="0" y="418"/>
                  </a:cubicBezTo>
                  <a:cubicBezTo>
                    <a:pt x="0" y="539"/>
                    <a:pt x="98" y="638"/>
                    <a:pt x="220" y="638"/>
                  </a:cubicBezTo>
                  <a:cubicBezTo>
                    <a:pt x="341" y="638"/>
                    <a:pt x="439" y="539"/>
                    <a:pt x="439" y="418"/>
                  </a:cubicBezTo>
                  <a:cubicBezTo>
                    <a:pt x="439" y="375"/>
                    <a:pt x="427" y="334"/>
                    <a:pt x="404" y="298"/>
                  </a:cubicBezTo>
                  <a:close/>
                </a:path>
              </a:pathLst>
            </a:custGeom>
            <a:grpFill/>
            <a:ln>
              <a:solidFill>
                <a:schemeClr val="accent6">
                  <a:lumMod val="75000"/>
                </a:schemeClr>
              </a:solidFill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chemeClr val="accent6">
                    <a:lumMod val="50000"/>
                  </a:schemeClr>
                </a:solidFill>
              </a:endParaRPr>
            </a:p>
          </p:txBody>
        </p:sp>
        <p:sp>
          <p:nvSpPr>
            <p:cNvPr id="45" name="Freeform 6"/>
            <p:cNvSpPr>
              <a:spLocks noEditPoints="1"/>
            </p:cNvSpPr>
            <p:nvPr>
              <p:custDataLst>
                <p:tags r:id="rId32"/>
              </p:custDataLst>
            </p:nvPr>
          </p:nvSpPr>
          <p:spPr bwMode="auto">
            <a:xfrm>
              <a:off x="1526" y="1009"/>
              <a:ext cx="573" cy="830"/>
            </a:xfrm>
            <a:custGeom>
              <a:avLst/>
              <a:gdLst>
                <a:gd name="T0" fmla="*/ 440 w 440"/>
                <a:gd name="T1" fmla="*/ 418 h 638"/>
                <a:gd name="T2" fmla="*/ 322 w 440"/>
                <a:gd name="T3" fmla="*/ 223 h 638"/>
                <a:gd name="T4" fmla="*/ 319 w 440"/>
                <a:gd name="T5" fmla="*/ 41 h 638"/>
                <a:gd name="T6" fmla="*/ 119 w 440"/>
                <a:gd name="T7" fmla="*/ 40 h 638"/>
                <a:gd name="T8" fmla="*/ 114 w 440"/>
                <a:gd name="T9" fmla="*/ 225 h 638"/>
                <a:gd name="T10" fmla="*/ 0 w 440"/>
                <a:gd name="T11" fmla="*/ 418 h 638"/>
                <a:gd name="T12" fmla="*/ 143 w 440"/>
                <a:gd name="T13" fmla="*/ 75 h 638"/>
                <a:gd name="T14" fmla="*/ 294 w 440"/>
                <a:gd name="T15" fmla="*/ 134 h 638"/>
                <a:gd name="T16" fmla="*/ 143 w 440"/>
                <a:gd name="T17" fmla="*/ 75 h 638"/>
                <a:gd name="T18" fmla="*/ 294 w 440"/>
                <a:gd name="T19" fmla="*/ 162 h 638"/>
                <a:gd name="T20" fmla="*/ 294 w 440"/>
                <a:gd name="T21" fmla="*/ 189 h 638"/>
                <a:gd name="T22" fmla="*/ 143 w 440"/>
                <a:gd name="T23" fmla="*/ 134 h 638"/>
                <a:gd name="T24" fmla="*/ 213 w 440"/>
                <a:gd name="T25" fmla="*/ 411 h 638"/>
                <a:gd name="T26" fmla="*/ 184 w 440"/>
                <a:gd name="T27" fmla="*/ 400 h 638"/>
                <a:gd name="T28" fmla="*/ 196 w 440"/>
                <a:gd name="T29" fmla="*/ 200 h 638"/>
                <a:gd name="T30" fmla="*/ 230 w 440"/>
                <a:gd name="T31" fmla="*/ 228 h 638"/>
                <a:gd name="T32" fmla="*/ 218 w 440"/>
                <a:gd name="T33" fmla="*/ 408 h 638"/>
                <a:gd name="T34" fmla="*/ 213 w 440"/>
                <a:gd name="T35" fmla="*/ 459 h 638"/>
                <a:gd name="T36" fmla="*/ 213 w 440"/>
                <a:gd name="T37" fmla="*/ 435 h 638"/>
                <a:gd name="T38" fmla="*/ 136 w 440"/>
                <a:gd name="T39" fmla="*/ 245 h 638"/>
                <a:gd name="T40" fmla="*/ 143 w 440"/>
                <a:gd name="T41" fmla="*/ 191 h 638"/>
                <a:gd name="T42" fmla="*/ 183 w 440"/>
                <a:gd name="T43" fmla="*/ 228 h 638"/>
                <a:gd name="T44" fmla="*/ 146 w 440"/>
                <a:gd name="T45" fmla="*/ 411 h 638"/>
                <a:gd name="T46" fmla="*/ 139 w 440"/>
                <a:gd name="T47" fmla="*/ 470 h 638"/>
                <a:gd name="T48" fmla="*/ 181 w 440"/>
                <a:gd name="T49" fmla="*/ 421 h 638"/>
                <a:gd name="T50" fmla="*/ 188 w 440"/>
                <a:gd name="T51" fmla="*/ 450 h 638"/>
                <a:gd name="T52" fmla="*/ 237 w 440"/>
                <a:gd name="T53" fmla="*/ 450 h 638"/>
                <a:gd name="T54" fmla="*/ 245 w 440"/>
                <a:gd name="T55" fmla="*/ 421 h 638"/>
                <a:gd name="T56" fmla="*/ 286 w 440"/>
                <a:gd name="T57" fmla="*/ 470 h 638"/>
                <a:gd name="T58" fmla="*/ 279 w 440"/>
                <a:gd name="T59" fmla="*/ 411 h 638"/>
                <a:gd name="T60" fmla="*/ 243 w 440"/>
                <a:gd name="T61" fmla="*/ 228 h 638"/>
                <a:gd name="T62" fmla="*/ 294 w 440"/>
                <a:gd name="T63" fmla="*/ 217 h 638"/>
                <a:gd name="T64" fmla="*/ 302 w 440"/>
                <a:gd name="T65" fmla="*/ 244 h 638"/>
                <a:gd name="T66" fmla="*/ 220 w 440"/>
                <a:gd name="T67" fmla="*/ 610 h 638"/>
                <a:gd name="T68" fmla="*/ 136 w 440"/>
                <a:gd name="T69" fmla="*/ 245 h 638"/>
                <a:gd name="T70" fmla="*/ 160 w 440"/>
                <a:gd name="T71" fmla="*/ 443 h 638"/>
                <a:gd name="T72" fmla="*/ 143 w 440"/>
                <a:gd name="T73" fmla="*/ 447 h 638"/>
                <a:gd name="T74" fmla="*/ 168 w 440"/>
                <a:gd name="T75" fmla="*/ 422 h 638"/>
                <a:gd name="T76" fmla="*/ 273 w 440"/>
                <a:gd name="T77" fmla="*/ 429 h 638"/>
                <a:gd name="T78" fmla="*/ 280 w 440"/>
                <a:gd name="T79" fmla="*/ 452 h 638"/>
                <a:gd name="T80" fmla="*/ 258 w 440"/>
                <a:gd name="T81" fmla="*/ 422 h 6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40" h="638">
                  <a:moveTo>
                    <a:pt x="220" y="638"/>
                  </a:moveTo>
                  <a:cubicBezTo>
                    <a:pt x="342" y="638"/>
                    <a:pt x="440" y="539"/>
                    <a:pt x="440" y="418"/>
                  </a:cubicBezTo>
                  <a:cubicBezTo>
                    <a:pt x="440" y="375"/>
                    <a:pt x="428" y="334"/>
                    <a:pt x="405" y="298"/>
                  </a:cubicBezTo>
                  <a:cubicBezTo>
                    <a:pt x="384" y="267"/>
                    <a:pt x="356" y="241"/>
                    <a:pt x="322" y="223"/>
                  </a:cubicBezTo>
                  <a:cubicBezTo>
                    <a:pt x="322" y="222"/>
                    <a:pt x="322" y="50"/>
                    <a:pt x="322" y="50"/>
                  </a:cubicBezTo>
                  <a:cubicBezTo>
                    <a:pt x="322" y="47"/>
                    <a:pt x="321" y="44"/>
                    <a:pt x="319" y="41"/>
                  </a:cubicBezTo>
                  <a:cubicBezTo>
                    <a:pt x="317" y="39"/>
                    <a:pt x="283" y="0"/>
                    <a:pt x="222" y="0"/>
                  </a:cubicBezTo>
                  <a:cubicBezTo>
                    <a:pt x="162" y="0"/>
                    <a:pt x="121" y="38"/>
                    <a:pt x="119" y="40"/>
                  </a:cubicBezTo>
                  <a:cubicBezTo>
                    <a:pt x="117" y="43"/>
                    <a:pt x="115" y="46"/>
                    <a:pt x="115" y="50"/>
                  </a:cubicBezTo>
                  <a:cubicBezTo>
                    <a:pt x="115" y="50"/>
                    <a:pt x="115" y="223"/>
                    <a:pt x="114" y="225"/>
                  </a:cubicBezTo>
                  <a:cubicBezTo>
                    <a:pt x="82" y="243"/>
                    <a:pt x="55" y="269"/>
                    <a:pt x="35" y="300"/>
                  </a:cubicBezTo>
                  <a:cubicBezTo>
                    <a:pt x="12" y="335"/>
                    <a:pt x="0" y="376"/>
                    <a:pt x="0" y="418"/>
                  </a:cubicBezTo>
                  <a:cubicBezTo>
                    <a:pt x="0" y="539"/>
                    <a:pt x="99" y="638"/>
                    <a:pt x="220" y="638"/>
                  </a:cubicBezTo>
                  <a:close/>
                  <a:moveTo>
                    <a:pt x="143" y="75"/>
                  </a:moveTo>
                  <a:cubicBezTo>
                    <a:pt x="294" y="102"/>
                    <a:pt x="294" y="102"/>
                    <a:pt x="294" y="102"/>
                  </a:cubicBezTo>
                  <a:cubicBezTo>
                    <a:pt x="294" y="134"/>
                    <a:pt x="294" y="134"/>
                    <a:pt x="294" y="134"/>
                  </a:cubicBezTo>
                  <a:cubicBezTo>
                    <a:pt x="143" y="106"/>
                    <a:pt x="143" y="106"/>
                    <a:pt x="143" y="106"/>
                  </a:cubicBezTo>
                  <a:lnTo>
                    <a:pt x="143" y="75"/>
                  </a:lnTo>
                  <a:close/>
                  <a:moveTo>
                    <a:pt x="143" y="134"/>
                  </a:moveTo>
                  <a:cubicBezTo>
                    <a:pt x="294" y="162"/>
                    <a:pt x="294" y="162"/>
                    <a:pt x="294" y="162"/>
                  </a:cubicBezTo>
                  <a:cubicBezTo>
                    <a:pt x="294" y="180"/>
                    <a:pt x="294" y="180"/>
                    <a:pt x="294" y="180"/>
                  </a:cubicBezTo>
                  <a:cubicBezTo>
                    <a:pt x="294" y="189"/>
                    <a:pt x="294" y="189"/>
                    <a:pt x="294" y="189"/>
                  </a:cubicBezTo>
                  <a:cubicBezTo>
                    <a:pt x="143" y="163"/>
                    <a:pt x="143" y="163"/>
                    <a:pt x="143" y="163"/>
                  </a:cubicBezTo>
                  <a:lnTo>
                    <a:pt x="143" y="134"/>
                  </a:lnTo>
                  <a:close/>
                  <a:moveTo>
                    <a:pt x="218" y="408"/>
                  </a:moveTo>
                  <a:cubicBezTo>
                    <a:pt x="216" y="409"/>
                    <a:pt x="214" y="410"/>
                    <a:pt x="213" y="411"/>
                  </a:cubicBezTo>
                  <a:cubicBezTo>
                    <a:pt x="211" y="410"/>
                    <a:pt x="209" y="409"/>
                    <a:pt x="207" y="408"/>
                  </a:cubicBezTo>
                  <a:cubicBezTo>
                    <a:pt x="201" y="404"/>
                    <a:pt x="193" y="402"/>
                    <a:pt x="184" y="400"/>
                  </a:cubicBezTo>
                  <a:cubicBezTo>
                    <a:pt x="191" y="354"/>
                    <a:pt x="194" y="273"/>
                    <a:pt x="195" y="228"/>
                  </a:cubicBezTo>
                  <a:cubicBezTo>
                    <a:pt x="195" y="215"/>
                    <a:pt x="196" y="205"/>
                    <a:pt x="196" y="200"/>
                  </a:cubicBezTo>
                  <a:cubicBezTo>
                    <a:pt x="230" y="206"/>
                    <a:pt x="230" y="206"/>
                    <a:pt x="230" y="206"/>
                  </a:cubicBezTo>
                  <a:cubicBezTo>
                    <a:pt x="230" y="211"/>
                    <a:pt x="230" y="219"/>
                    <a:pt x="230" y="228"/>
                  </a:cubicBezTo>
                  <a:cubicBezTo>
                    <a:pt x="231" y="273"/>
                    <a:pt x="234" y="354"/>
                    <a:pt x="241" y="400"/>
                  </a:cubicBezTo>
                  <a:cubicBezTo>
                    <a:pt x="233" y="402"/>
                    <a:pt x="225" y="404"/>
                    <a:pt x="218" y="408"/>
                  </a:cubicBezTo>
                  <a:close/>
                  <a:moveTo>
                    <a:pt x="225" y="448"/>
                  </a:moveTo>
                  <a:cubicBezTo>
                    <a:pt x="224" y="452"/>
                    <a:pt x="218" y="459"/>
                    <a:pt x="213" y="459"/>
                  </a:cubicBezTo>
                  <a:cubicBezTo>
                    <a:pt x="208" y="459"/>
                    <a:pt x="201" y="452"/>
                    <a:pt x="201" y="448"/>
                  </a:cubicBezTo>
                  <a:cubicBezTo>
                    <a:pt x="201" y="445"/>
                    <a:pt x="204" y="439"/>
                    <a:pt x="213" y="435"/>
                  </a:cubicBezTo>
                  <a:cubicBezTo>
                    <a:pt x="221" y="439"/>
                    <a:pt x="225" y="445"/>
                    <a:pt x="225" y="448"/>
                  </a:cubicBezTo>
                  <a:close/>
                  <a:moveTo>
                    <a:pt x="136" y="245"/>
                  </a:moveTo>
                  <a:cubicBezTo>
                    <a:pt x="144" y="242"/>
                    <a:pt x="144" y="242"/>
                    <a:pt x="144" y="242"/>
                  </a:cubicBezTo>
                  <a:cubicBezTo>
                    <a:pt x="143" y="191"/>
                    <a:pt x="143" y="191"/>
                    <a:pt x="143" y="191"/>
                  </a:cubicBezTo>
                  <a:cubicBezTo>
                    <a:pt x="183" y="198"/>
                    <a:pt x="183" y="198"/>
                    <a:pt x="183" y="198"/>
                  </a:cubicBezTo>
                  <a:cubicBezTo>
                    <a:pt x="183" y="205"/>
                    <a:pt x="183" y="215"/>
                    <a:pt x="183" y="228"/>
                  </a:cubicBezTo>
                  <a:cubicBezTo>
                    <a:pt x="181" y="278"/>
                    <a:pt x="178" y="360"/>
                    <a:pt x="172" y="400"/>
                  </a:cubicBezTo>
                  <a:cubicBezTo>
                    <a:pt x="162" y="401"/>
                    <a:pt x="153" y="404"/>
                    <a:pt x="146" y="411"/>
                  </a:cubicBezTo>
                  <a:cubicBezTo>
                    <a:pt x="138" y="418"/>
                    <a:pt x="133" y="429"/>
                    <a:pt x="131" y="441"/>
                  </a:cubicBezTo>
                  <a:cubicBezTo>
                    <a:pt x="129" y="453"/>
                    <a:pt x="132" y="464"/>
                    <a:pt x="139" y="470"/>
                  </a:cubicBezTo>
                  <a:cubicBezTo>
                    <a:pt x="146" y="477"/>
                    <a:pt x="158" y="477"/>
                    <a:pt x="170" y="457"/>
                  </a:cubicBezTo>
                  <a:cubicBezTo>
                    <a:pt x="174" y="449"/>
                    <a:pt x="178" y="436"/>
                    <a:pt x="181" y="421"/>
                  </a:cubicBezTo>
                  <a:cubicBezTo>
                    <a:pt x="186" y="421"/>
                    <a:pt x="192" y="423"/>
                    <a:pt x="197" y="425"/>
                  </a:cubicBezTo>
                  <a:cubicBezTo>
                    <a:pt x="189" y="434"/>
                    <a:pt x="188" y="444"/>
                    <a:pt x="188" y="450"/>
                  </a:cubicBezTo>
                  <a:cubicBezTo>
                    <a:pt x="189" y="464"/>
                    <a:pt x="200" y="480"/>
                    <a:pt x="213" y="480"/>
                  </a:cubicBezTo>
                  <a:cubicBezTo>
                    <a:pt x="225" y="480"/>
                    <a:pt x="236" y="464"/>
                    <a:pt x="237" y="450"/>
                  </a:cubicBezTo>
                  <a:cubicBezTo>
                    <a:pt x="237" y="444"/>
                    <a:pt x="236" y="434"/>
                    <a:pt x="229" y="425"/>
                  </a:cubicBezTo>
                  <a:cubicBezTo>
                    <a:pt x="234" y="423"/>
                    <a:pt x="239" y="421"/>
                    <a:pt x="245" y="421"/>
                  </a:cubicBezTo>
                  <a:cubicBezTo>
                    <a:pt x="248" y="436"/>
                    <a:pt x="251" y="449"/>
                    <a:pt x="256" y="457"/>
                  </a:cubicBezTo>
                  <a:cubicBezTo>
                    <a:pt x="267" y="477"/>
                    <a:pt x="279" y="477"/>
                    <a:pt x="286" y="470"/>
                  </a:cubicBezTo>
                  <a:cubicBezTo>
                    <a:pt x="293" y="464"/>
                    <a:pt x="296" y="453"/>
                    <a:pt x="294" y="441"/>
                  </a:cubicBezTo>
                  <a:cubicBezTo>
                    <a:pt x="292" y="429"/>
                    <a:pt x="287" y="418"/>
                    <a:pt x="279" y="411"/>
                  </a:cubicBezTo>
                  <a:cubicBezTo>
                    <a:pt x="272" y="404"/>
                    <a:pt x="263" y="401"/>
                    <a:pt x="254" y="400"/>
                  </a:cubicBezTo>
                  <a:cubicBezTo>
                    <a:pt x="247" y="360"/>
                    <a:pt x="244" y="278"/>
                    <a:pt x="243" y="228"/>
                  </a:cubicBezTo>
                  <a:cubicBezTo>
                    <a:pt x="243" y="220"/>
                    <a:pt x="242" y="214"/>
                    <a:pt x="242" y="208"/>
                  </a:cubicBezTo>
                  <a:cubicBezTo>
                    <a:pt x="294" y="217"/>
                    <a:pt x="294" y="217"/>
                    <a:pt x="294" y="217"/>
                  </a:cubicBezTo>
                  <a:cubicBezTo>
                    <a:pt x="294" y="240"/>
                    <a:pt x="294" y="240"/>
                    <a:pt x="294" y="240"/>
                  </a:cubicBezTo>
                  <a:cubicBezTo>
                    <a:pt x="302" y="244"/>
                    <a:pt x="302" y="244"/>
                    <a:pt x="302" y="244"/>
                  </a:cubicBezTo>
                  <a:cubicBezTo>
                    <a:pt x="369" y="275"/>
                    <a:pt x="413" y="344"/>
                    <a:pt x="413" y="418"/>
                  </a:cubicBezTo>
                  <a:cubicBezTo>
                    <a:pt x="413" y="524"/>
                    <a:pt x="326" y="610"/>
                    <a:pt x="220" y="610"/>
                  </a:cubicBezTo>
                  <a:cubicBezTo>
                    <a:pt x="114" y="610"/>
                    <a:pt x="28" y="524"/>
                    <a:pt x="28" y="418"/>
                  </a:cubicBezTo>
                  <a:cubicBezTo>
                    <a:pt x="28" y="344"/>
                    <a:pt x="70" y="278"/>
                    <a:pt x="136" y="245"/>
                  </a:cubicBezTo>
                  <a:close/>
                  <a:moveTo>
                    <a:pt x="168" y="422"/>
                  </a:moveTo>
                  <a:cubicBezTo>
                    <a:pt x="165" y="431"/>
                    <a:pt x="163" y="438"/>
                    <a:pt x="160" y="443"/>
                  </a:cubicBezTo>
                  <a:cubicBezTo>
                    <a:pt x="154" y="454"/>
                    <a:pt x="148" y="455"/>
                    <a:pt x="145" y="452"/>
                  </a:cubicBezTo>
                  <a:cubicBezTo>
                    <a:pt x="144" y="451"/>
                    <a:pt x="143" y="449"/>
                    <a:pt x="143" y="447"/>
                  </a:cubicBezTo>
                  <a:cubicBezTo>
                    <a:pt x="144" y="439"/>
                    <a:pt x="147" y="434"/>
                    <a:pt x="152" y="429"/>
                  </a:cubicBezTo>
                  <a:cubicBezTo>
                    <a:pt x="156" y="425"/>
                    <a:pt x="162" y="423"/>
                    <a:pt x="168" y="422"/>
                  </a:cubicBezTo>
                  <a:close/>
                  <a:moveTo>
                    <a:pt x="258" y="422"/>
                  </a:moveTo>
                  <a:cubicBezTo>
                    <a:pt x="264" y="423"/>
                    <a:pt x="269" y="425"/>
                    <a:pt x="273" y="429"/>
                  </a:cubicBezTo>
                  <a:cubicBezTo>
                    <a:pt x="278" y="434"/>
                    <a:pt x="281" y="439"/>
                    <a:pt x="282" y="447"/>
                  </a:cubicBezTo>
                  <a:cubicBezTo>
                    <a:pt x="283" y="449"/>
                    <a:pt x="282" y="451"/>
                    <a:pt x="280" y="452"/>
                  </a:cubicBezTo>
                  <a:cubicBezTo>
                    <a:pt x="277" y="455"/>
                    <a:pt x="271" y="454"/>
                    <a:pt x="265" y="443"/>
                  </a:cubicBezTo>
                  <a:cubicBezTo>
                    <a:pt x="262" y="438"/>
                    <a:pt x="260" y="431"/>
                    <a:pt x="258" y="422"/>
                  </a:cubicBezTo>
                  <a:close/>
                </a:path>
              </a:pathLst>
            </a:custGeom>
            <a:grpFill/>
            <a:ln>
              <a:solidFill>
                <a:schemeClr val="accent6">
                  <a:lumMod val="75000"/>
                </a:schemeClr>
              </a:solidFill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chemeClr val="accent6">
                    <a:lumMod val="50000"/>
                  </a:schemeClr>
                </a:solidFill>
              </a:endParaRPr>
            </a:p>
          </p:txBody>
        </p:sp>
        <p:sp>
          <p:nvSpPr>
            <p:cNvPr id="46" name="Freeform 7"/>
            <p:cNvSpPr/>
            <p:nvPr>
              <p:custDataLst>
                <p:tags r:id="rId33"/>
              </p:custDataLst>
            </p:nvPr>
          </p:nvSpPr>
          <p:spPr bwMode="auto">
            <a:xfrm>
              <a:off x="2145" y="1578"/>
              <a:ext cx="164" cy="42"/>
            </a:xfrm>
            <a:custGeom>
              <a:avLst/>
              <a:gdLst>
                <a:gd name="T0" fmla="*/ 0 w 126"/>
                <a:gd name="T1" fmla="*/ 16 h 33"/>
                <a:gd name="T2" fmla="*/ 17 w 126"/>
                <a:gd name="T3" fmla="*/ 33 h 33"/>
                <a:gd name="T4" fmla="*/ 109 w 126"/>
                <a:gd name="T5" fmla="*/ 33 h 33"/>
                <a:gd name="T6" fmla="*/ 126 w 126"/>
                <a:gd name="T7" fmla="*/ 16 h 33"/>
                <a:gd name="T8" fmla="*/ 109 w 126"/>
                <a:gd name="T9" fmla="*/ 0 h 33"/>
                <a:gd name="T10" fmla="*/ 17 w 126"/>
                <a:gd name="T11" fmla="*/ 0 h 33"/>
                <a:gd name="T12" fmla="*/ 0 w 126"/>
                <a:gd name="T13" fmla="*/ 16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6" h="33">
                  <a:moveTo>
                    <a:pt x="0" y="16"/>
                  </a:moveTo>
                  <a:cubicBezTo>
                    <a:pt x="0" y="25"/>
                    <a:pt x="7" y="33"/>
                    <a:pt x="17" y="33"/>
                  </a:cubicBezTo>
                  <a:cubicBezTo>
                    <a:pt x="109" y="33"/>
                    <a:pt x="109" y="33"/>
                    <a:pt x="109" y="33"/>
                  </a:cubicBezTo>
                  <a:cubicBezTo>
                    <a:pt x="118" y="33"/>
                    <a:pt x="126" y="25"/>
                    <a:pt x="126" y="16"/>
                  </a:cubicBezTo>
                  <a:cubicBezTo>
                    <a:pt x="126" y="7"/>
                    <a:pt x="118" y="0"/>
                    <a:pt x="109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7" y="0"/>
                    <a:pt x="0" y="7"/>
                    <a:pt x="0" y="16"/>
                  </a:cubicBezTo>
                  <a:close/>
                </a:path>
              </a:pathLst>
            </a:custGeom>
            <a:grpFill/>
            <a:ln>
              <a:solidFill>
                <a:schemeClr val="accent6">
                  <a:lumMod val="75000"/>
                </a:schemeClr>
              </a:solidFill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chemeClr val="accent6">
                    <a:lumMod val="50000"/>
                  </a:schemeClr>
                </a:solidFill>
              </a:endParaRPr>
            </a:p>
          </p:txBody>
        </p:sp>
        <p:sp>
          <p:nvSpPr>
            <p:cNvPr id="47" name="Freeform 8"/>
            <p:cNvSpPr/>
            <p:nvPr>
              <p:custDataLst>
                <p:tags r:id="rId34"/>
              </p:custDataLst>
            </p:nvPr>
          </p:nvSpPr>
          <p:spPr bwMode="auto">
            <a:xfrm>
              <a:off x="1763" y="1882"/>
              <a:ext cx="44" cy="160"/>
            </a:xfrm>
            <a:custGeom>
              <a:avLst/>
              <a:gdLst>
                <a:gd name="T0" fmla="*/ 17 w 34"/>
                <a:gd name="T1" fmla="*/ 0 h 123"/>
                <a:gd name="T2" fmla="*/ 0 w 34"/>
                <a:gd name="T3" fmla="*/ 16 h 123"/>
                <a:gd name="T4" fmla="*/ 0 w 34"/>
                <a:gd name="T5" fmla="*/ 106 h 123"/>
                <a:gd name="T6" fmla="*/ 17 w 34"/>
                <a:gd name="T7" fmla="*/ 123 h 123"/>
                <a:gd name="T8" fmla="*/ 34 w 34"/>
                <a:gd name="T9" fmla="*/ 106 h 123"/>
                <a:gd name="T10" fmla="*/ 34 w 34"/>
                <a:gd name="T11" fmla="*/ 16 h 123"/>
                <a:gd name="T12" fmla="*/ 17 w 34"/>
                <a:gd name="T13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4" h="123">
                  <a:moveTo>
                    <a:pt x="17" y="0"/>
                  </a:moveTo>
                  <a:cubicBezTo>
                    <a:pt x="7" y="0"/>
                    <a:pt x="0" y="7"/>
                    <a:pt x="0" y="16"/>
                  </a:cubicBezTo>
                  <a:cubicBezTo>
                    <a:pt x="0" y="106"/>
                    <a:pt x="0" y="106"/>
                    <a:pt x="0" y="106"/>
                  </a:cubicBezTo>
                  <a:cubicBezTo>
                    <a:pt x="0" y="115"/>
                    <a:pt x="7" y="123"/>
                    <a:pt x="17" y="123"/>
                  </a:cubicBezTo>
                  <a:cubicBezTo>
                    <a:pt x="26" y="123"/>
                    <a:pt x="34" y="115"/>
                    <a:pt x="34" y="106"/>
                  </a:cubicBezTo>
                  <a:cubicBezTo>
                    <a:pt x="34" y="16"/>
                    <a:pt x="34" y="16"/>
                    <a:pt x="34" y="16"/>
                  </a:cubicBezTo>
                  <a:cubicBezTo>
                    <a:pt x="34" y="7"/>
                    <a:pt x="26" y="0"/>
                    <a:pt x="17" y="0"/>
                  </a:cubicBezTo>
                  <a:close/>
                </a:path>
              </a:pathLst>
            </a:custGeom>
            <a:grpFill/>
            <a:ln>
              <a:solidFill>
                <a:schemeClr val="accent6">
                  <a:lumMod val="75000"/>
                </a:schemeClr>
              </a:solidFill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chemeClr val="accent6">
                    <a:lumMod val="50000"/>
                  </a:schemeClr>
                </a:solidFill>
              </a:endParaRPr>
            </a:p>
          </p:txBody>
        </p:sp>
        <p:sp>
          <p:nvSpPr>
            <p:cNvPr id="48" name="Freeform 9"/>
            <p:cNvSpPr/>
            <p:nvPr>
              <p:custDataLst>
                <p:tags r:id="rId35"/>
              </p:custDataLst>
            </p:nvPr>
          </p:nvSpPr>
          <p:spPr bwMode="auto">
            <a:xfrm>
              <a:off x="1308" y="1557"/>
              <a:ext cx="165" cy="44"/>
            </a:xfrm>
            <a:custGeom>
              <a:avLst/>
              <a:gdLst>
                <a:gd name="T0" fmla="*/ 17 w 127"/>
                <a:gd name="T1" fmla="*/ 34 h 34"/>
                <a:gd name="T2" fmla="*/ 110 w 127"/>
                <a:gd name="T3" fmla="*/ 34 h 34"/>
                <a:gd name="T4" fmla="*/ 127 w 127"/>
                <a:gd name="T5" fmla="*/ 17 h 34"/>
                <a:gd name="T6" fmla="*/ 110 w 127"/>
                <a:gd name="T7" fmla="*/ 0 h 34"/>
                <a:gd name="T8" fmla="*/ 17 w 127"/>
                <a:gd name="T9" fmla="*/ 0 h 34"/>
                <a:gd name="T10" fmla="*/ 0 w 127"/>
                <a:gd name="T11" fmla="*/ 17 h 34"/>
                <a:gd name="T12" fmla="*/ 17 w 127"/>
                <a:gd name="T13" fmla="*/ 34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7" h="34">
                  <a:moveTo>
                    <a:pt x="17" y="34"/>
                  </a:moveTo>
                  <a:cubicBezTo>
                    <a:pt x="110" y="34"/>
                    <a:pt x="110" y="34"/>
                    <a:pt x="110" y="34"/>
                  </a:cubicBezTo>
                  <a:cubicBezTo>
                    <a:pt x="119" y="34"/>
                    <a:pt x="127" y="26"/>
                    <a:pt x="127" y="17"/>
                  </a:cubicBezTo>
                  <a:cubicBezTo>
                    <a:pt x="127" y="8"/>
                    <a:pt x="119" y="0"/>
                    <a:pt x="110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8" y="0"/>
                    <a:pt x="0" y="8"/>
                    <a:pt x="0" y="17"/>
                  </a:cubicBezTo>
                  <a:cubicBezTo>
                    <a:pt x="0" y="26"/>
                    <a:pt x="8" y="34"/>
                    <a:pt x="17" y="34"/>
                  </a:cubicBezTo>
                  <a:close/>
                </a:path>
              </a:pathLst>
            </a:custGeom>
            <a:grpFill/>
            <a:ln>
              <a:solidFill>
                <a:schemeClr val="accent6">
                  <a:lumMod val="75000"/>
                </a:schemeClr>
              </a:solidFill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chemeClr val="accent6">
                    <a:lumMod val="50000"/>
                  </a:schemeClr>
                </a:solidFill>
              </a:endParaRPr>
            </a:p>
          </p:txBody>
        </p:sp>
        <p:sp>
          <p:nvSpPr>
            <p:cNvPr id="49" name="Freeform 10"/>
            <p:cNvSpPr/>
            <p:nvPr>
              <p:custDataLst>
                <p:tags r:id="rId36"/>
              </p:custDataLst>
            </p:nvPr>
          </p:nvSpPr>
          <p:spPr bwMode="auto">
            <a:xfrm>
              <a:off x="1403" y="1231"/>
              <a:ext cx="145" cy="117"/>
            </a:xfrm>
            <a:custGeom>
              <a:avLst/>
              <a:gdLst>
                <a:gd name="T0" fmla="*/ 9 w 112"/>
                <a:gd name="T1" fmla="*/ 30 h 90"/>
                <a:gd name="T2" fmla="*/ 83 w 112"/>
                <a:gd name="T3" fmla="*/ 84 h 90"/>
                <a:gd name="T4" fmla="*/ 107 w 112"/>
                <a:gd name="T5" fmla="*/ 81 h 90"/>
                <a:gd name="T6" fmla="*/ 103 w 112"/>
                <a:gd name="T7" fmla="*/ 58 h 90"/>
                <a:gd name="T8" fmla="*/ 30 w 112"/>
                <a:gd name="T9" fmla="*/ 3 h 90"/>
                <a:gd name="T10" fmla="*/ 20 w 112"/>
                <a:gd name="T11" fmla="*/ 0 h 90"/>
                <a:gd name="T12" fmla="*/ 6 w 112"/>
                <a:gd name="T13" fmla="*/ 7 h 90"/>
                <a:gd name="T14" fmla="*/ 9 w 112"/>
                <a:gd name="T15" fmla="*/ 3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2" h="90">
                  <a:moveTo>
                    <a:pt x="9" y="30"/>
                  </a:moveTo>
                  <a:cubicBezTo>
                    <a:pt x="83" y="84"/>
                    <a:pt x="83" y="84"/>
                    <a:pt x="83" y="84"/>
                  </a:cubicBezTo>
                  <a:cubicBezTo>
                    <a:pt x="90" y="90"/>
                    <a:pt x="101" y="88"/>
                    <a:pt x="107" y="81"/>
                  </a:cubicBezTo>
                  <a:cubicBezTo>
                    <a:pt x="112" y="74"/>
                    <a:pt x="111" y="63"/>
                    <a:pt x="103" y="58"/>
                  </a:cubicBezTo>
                  <a:cubicBezTo>
                    <a:pt x="30" y="3"/>
                    <a:pt x="30" y="3"/>
                    <a:pt x="30" y="3"/>
                  </a:cubicBezTo>
                  <a:cubicBezTo>
                    <a:pt x="27" y="1"/>
                    <a:pt x="23" y="0"/>
                    <a:pt x="20" y="0"/>
                  </a:cubicBezTo>
                  <a:cubicBezTo>
                    <a:pt x="14" y="0"/>
                    <a:pt x="9" y="2"/>
                    <a:pt x="6" y="7"/>
                  </a:cubicBezTo>
                  <a:cubicBezTo>
                    <a:pt x="0" y="14"/>
                    <a:pt x="2" y="24"/>
                    <a:pt x="9" y="30"/>
                  </a:cubicBezTo>
                  <a:close/>
                </a:path>
              </a:pathLst>
            </a:custGeom>
            <a:grpFill/>
            <a:ln>
              <a:solidFill>
                <a:schemeClr val="accent6">
                  <a:lumMod val="75000"/>
                </a:schemeClr>
              </a:solidFill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chemeClr val="accent6">
                    <a:lumMod val="50000"/>
                  </a:schemeClr>
                </a:solidFill>
              </a:endParaRPr>
            </a:p>
          </p:txBody>
        </p:sp>
        <p:sp>
          <p:nvSpPr>
            <p:cNvPr id="50" name="Freeform 11"/>
            <p:cNvSpPr/>
            <p:nvPr>
              <p:custDataLst>
                <p:tags r:id="rId37"/>
              </p:custDataLst>
            </p:nvPr>
          </p:nvSpPr>
          <p:spPr bwMode="auto">
            <a:xfrm>
              <a:off x="2073" y="1231"/>
              <a:ext cx="145" cy="117"/>
            </a:xfrm>
            <a:custGeom>
              <a:avLst/>
              <a:gdLst>
                <a:gd name="T0" fmla="*/ 29 w 112"/>
                <a:gd name="T1" fmla="*/ 84 h 90"/>
                <a:gd name="T2" fmla="*/ 103 w 112"/>
                <a:gd name="T3" fmla="*/ 30 h 90"/>
                <a:gd name="T4" fmla="*/ 106 w 112"/>
                <a:gd name="T5" fmla="*/ 7 h 90"/>
                <a:gd name="T6" fmla="*/ 92 w 112"/>
                <a:gd name="T7" fmla="*/ 0 h 90"/>
                <a:gd name="T8" fmla="*/ 82 w 112"/>
                <a:gd name="T9" fmla="*/ 3 h 90"/>
                <a:gd name="T10" fmla="*/ 9 w 112"/>
                <a:gd name="T11" fmla="*/ 58 h 90"/>
                <a:gd name="T12" fmla="*/ 5 w 112"/>
                <a:gd name="T13" fmla="*/ 81 h 90"/>
                <a:gd name="T14" fmla="*/ 29 w 112"/>
                <a:gd name="T15" fmla="*/ 84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2" h="90">
                  <a:moveTo>
                    <a:pt x="29" y="84"/>
                  </a:moveTo>
                  <a:cubicBezTo>
                    <a:pt x="103" y="30"/>
                    <a:pt x="103" y="30"/>
                    <a:pt x="103" y="30"/>
                  </a:cubicBezTo>
                  <a:cubicBezTo>
                    <a:pt x="110" y="24"/>
                    <a:pt x="112" y="14"/>
                    <a:pt x="106" y="7"/>
                  </a:cubicBezTo>
                  <a:cubicBezTo>
                    <a:pt x="103" y="2"/>
                    <a:pt x="98" y="0"/>
                    <a:pt x="92" y="0"/>
                  </a:cubicBezTo>
                  <a:cubicBezTo>
                    <a:pt x="89" y="0"/>
                    <a:pt x="85" y="1"/>
                    <a:pt x="82" y="3"/>
                  </a:cubicBezTo>
                  <a:cubicBezTo>
                    <a:pt x="9" y="58"/>
                    <a:pt x="9" y="58"/>
                    <a:pt x="9" y="58"/>
                  </a:cubicBezTo>
                  <a:cubicBezTo>
                    <a:pt x="1" y="63"/>
                    <a:pt x="0" y="74"/>
                    <a:pt x="5" y="81"/>
                  </a:cubicBezTo>
                  <a:cubicBezTo>
                    <a:pt x="11" y="88"/>
                    <a:pt x="22" y="90"/>
                    <a:pt x="29" y="84"/>
                  </a:cubicBezTo>
                  <a:close/>
                </a:path>
              </a:pathLst>
            </a:custGeom>
            <a:grpFill/>
            <a:ln>
              <a:solidFill>
                <a:schemeClr val="accent6">
                  <a:lumMod val="75000"/>
                </a:schemeClr>
              </a:solidFill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chemeClr val="accent6">
                    <a:lumMod val="50000"/>
                  </a:schemeClr>
                </a:solidFill>
              </a:endParaRPr>
            </a:p>
          </p:txBody>
        </p:sp>
        <p:sp>
          <p:nvSpPr>
            <p:cNvPr id="51" name="Freeform 12"/>
            <p:cNvSpPr/>
            <p:nvPr>
              <p:custDataLst>
                <p:tags r:id="rId38"/>
              </p:custDataLst>
            </p:nvPr>
          </p:nvSpPr>
          <p:spPr bwMode="auto">
            <a:xfrm>
              <a:off x="1431" y="1813"/>
              <a:ext cx="134" cy="128"/>
            </a:xfrm>
            <a:custGeom>
              <a:avLst/>
              <a:gdLst>
                <a:gd name="T0" fmla="*/ 84 w 103"/>
                <a:gd name="T1" fmla="*/ 0 h 98"/>
                <a:gd name="T2" fmla="*/ 72 w 103"/>
                <a:gd name="T3" fmla="*/ 4 h 98"/>
                <a:gd name="T4" fmla="*/ 7 w 103"/>
                <a:gd name="T5" fmla="*/ 68 h 98"/>
                <a:gd name="T6" fmla="*/ 7 w 103"/>
                <a:gd name="T7" fmla="*/ 91 h 98"/>
                <a:gd name="T8" fmla="*/ 31 w 103"/>
                <a:gd name="T9" fmla="*/ 91 h 98"/>
                <a:gd name="T10" fmla="*/ 96 w 103"/>
                <a:gd name="T11" fmla="*/ 28 h 98"/>
                <a:gd name="T12" fmla="*/ 96 w 103"/>
                <a:gd name="T13" fmla="*/ 4 h 98"/>
                <a:gd name="T14" fmla="*/ 84 w 103"/>
                <a:gd name="T15" fmla="*/ 0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3" h="98">
                  <a:moveTo>
                    <a:pt x="84" y="0"/>
                  </a:moveTo>
                  <a:cubicBezTo>
                    <a:pt x="80" y="0"/>
                    <a:pt x="75" y="1"/>
                    <a:pt x="72" y="4"/>
                  </a:cubicBezTo>
                  <a:cubicBezTo>
                    <a:pt x="7" y="68"/>
                    <a:pt x="7" y="68"/>
                    <a:pt x="7" y="68"/>
                  </a:cubicBezTo>
                  <a:cubicBezTo>
                    <a:pt x="0" y="74"/>
                    <a:pt x="0" y="85"/>
                    <a:pt x="7" y="91"/>
                  </a:cubicBezTo>
                  <a:cubicBezTo>
                    <a:pt x="13" y="98"/>
                    <a:pt x="24" y="98"/>
                    <a:pt x="31" y="91"/>
                  </a:cubicBezTo>
                  <a:cubicBezTo>
                    <a:pt x="96" y="28"/>
                    <a:pt x="96" y="28"/>
                    <a:pt x="96" y="28"/>
                  </a:cubicBezTo>
                  <a:cubicBezTo>
                    <a:pt x="103" y="21"/>
                    <a:pt x="103" y="11"/>
                    <a:pt x="96" y="4"/>
                  </a:cubicBezTo>
                  <a:cubicBezTo>
                    <a:pt x="93" y="1"/>
                    <a:pt x="88" y="0"/>
                    <a:pt x="84" y="0"/>
                  </a:cubicBezTo>
                  <a:close/>
                </a:path>
              </a:pathLst>
            </a:custGeom>
            <a:grpFill/>
            <a:ln>
              <a:solidFill>
                <a:schemeClr val="accent6">
                  <a:lumMod val="75000"/>
                </a:schemeClr>
              </a:solidFill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chemeClr val="accent6">
                    <a:lumMod val="50000"/>
                  </a:schemeClr>
                </a:solidFill>
              </a:endParaRPr>
            </a:p>
          </p:txBody>
        </p:sp>
        <p:sp>
          <p:nvSpPr>
            <p:cNvPr id="52" name="Freeform 13"/>
            <p:cNvSpPr/>
            <p:nvPr>
              <p:custDataLst>
                <p:tags r:id="rId39"/>
              </p:custDataLst>
            </p:nvPr>
          </p:nvSpPr>
          <p:spPr bwMode="auto">
            <a:xfrm>
              <a:off x="2043" y="1813"/>
              <a:ext cx="132" cy="128"/>
            </a:xfrm>
            <a:custGeom>
              <a:avLst/>
              <a:gdLst>
                <a:gd name="T0" fmla="*/ 31 w 102"/>
                <a:gd name="T1" fmla="*/ 4 h 98"/>
                <a:gd name="T2" fmla="*/ 19 w 102"/>
                <a:gd name="T3" fmla="*/ 0 h 98"/>
                <a:gd name="T4" fmla="*/ 7 w 102"/>
                <a:gd name="T5" fmla="*/ 4 h 98"/>
                <a:gd name="T6" fmla="*/ 7 w 102"/>
                <a:gd name="T7" fmla="*/ 28 h 98"/>
                <a:gd name="T8" fmla="*/ 72 w 102"/>
                <a:gd name="T9" fmla="*/ 91 h 98"/>
                <a:gd name="T10" fmla="*/ 96 w 102"/>
                <a:gd name="T11" fmla="*/ 91 h 98"/>
                <a:gd name="T12" fmla="*/ 96 w 102"/>
                <a:gd name="T13" fmla="*/ 68 h 98"/>
                <a:gd name="T14" fmla="*/ 31 w 102"/>
                <a:gd name="T15" fmla="*/ 4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2" h="98">
                  <a:moveTo>
                    <a:pt x="31" y="4"/>
                  </a:moveTo>
                  <a:cubicBezTo>
                    <a:pt x="27" y="1"/>
                    <a:pt x="23" y="0"/>
                    <a:pt x="19" y="0"/>
                  </a:cubicBezTo>
                  <a:cubicBezTo>
                    <a:pt x="14" y="0"/>
                    <a:pt x="10" y="1"/>
                    <a:pt x="7" y="4"/>
                  </a:cubicBezTo>
                  <a:cubicBezTo>
                    <a:pt x="0" y="11"/>
                    <a:pt x="0" y="21"/>
                    <a:pt x="7" y="28"/>
                  </a:cubicBezTo>
                  <a:cubicBezTo>
                    <a:pt x="72" y="91"/>
                    <a:pt x="72" y="91"/>
                    <a:pt x="72" y="91"/>
                  </a:cubicBezTo>
                  <a:cubicBezTo>
                    <a:pt x="78" y="98"/>
                    <a:pt x="89" y="98"/>
                    <a:pt x="96" y="91"/>
                  </a:cubicBezTo>
                  <a:cubicBezTo>
                    <a:pt x="102" y="85"/>
                    <a:pt x="102" y="74"/>
                    <a:pt x="96" y="68"/>
                  </a:cubicBezTo>
                  <a:lnTo>
                    <a:pt x="31" y="4"/>
                  </a:lnTo>
                  <a:close/>
                </a:path>
              </a:pathLst>
            </a:custGeom>
            <a:grpFill/>
            <a:ln>
              <a:solidFill>
                <a:schemeClr val="accent6">
                  <a:lumMod val="75000"/>
                </a:schemeClr>
              </a:solidFill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chemeClr val="accent6">
                    <a:lumMod val="50000"/>
                  </a:schemeClr>
                </a:solidFill>
              </a:endParaRPr>
            </a:p>
          </p:txBody>
        </p:sp>
      </p:grpSp>
      <p:sp>
        <p:nvSpPr>
          <p:cNvPr id="13" name="Freeform 34"/>
          <p:cNvSpPr>
            <a:spLocks noEditPoints="1"/>
          </p:cNvSpPr>
          <p:nvPr>
            <p:custDataLst>
              <p:tags r:id="rId40"/>
            </p:custDataLst>
          </p:nvPr>
        </p:nvSpPr>
        <p:spPr bwMode="auto">
          <a:xfrm>
            <a:off x="10107538" y="5288380"/>
            <a:ext cx="793394" cy="459363"/>
          </a:xfrm>
          <a:custGeom>
            <a:avLst/>
            <a:gdLst>
              <a:gd name="T0" fmla="*/ 97 w 97"/>
              <a:gd name="T1" fmla="*/ 16 h 63"/>
              <a:gd name="T2" fmla="*/ 90 w 97"/>
              <a:gd name="T3" fmla="*/ 22 h 63"/>
              <a:gd name="T4" fmla="*/ 75 w 97"/>
              <a:gd name="T5" fmla="*/ 33 h 63"/>
              <a:gd name="T6" fmla="*/ 46 w 97"/>
              <a:gd name="T7" fmla="*/ 51 h 63"/>
              <a:gd name="T8" fmla="*/ 29 w 97"/>
              <a:gd name="T9" fmla="*/ 63 h 63"/>
              <a:gd name="T10" fmla="*/ 26 w 97"/>
              <a:gd name="T11" fmla="*/ 62 h 63"/>
              <a:gd name="T12" fmla="*/ 16 w 97"/>
              <a:gd name="T13" fmla="*/ 47 h 63"/>
              <a:gd name="T14" fmla="*/ 2 w 97"/>
              <a:gd name="T15" fmla="*/ 48 h 63"/>
              <a:gd name="T16" fmla="*/ 10 w 97"/>
              <a:gd name="T17" fmla="*/ 28 h 63"/>
              <a:gd name="T18" fmla="*/ 10 w 97"/>
              <a:gd name="T19" fmla="*/ 26 h 63"/>
              <a:gd name="T20" fmla="*/ 18 w 97"/>
              <a:gd name="T21" fmla="*/ 0 h 63"/>
              <a:gd name="T22" fmla="*/ 40 w 97"/>
              <a:gd name="T23" fmla="*/ 5 h 63"/>
              <a:gd name="T24" fmla="*/ 75 w 97"/>
              <a:gd name="T25" fmla="*/ 13 h 63"/>
              <a:gd name="T26" fmla="*/ 94 w 97"/>
              <a:gd name="T27" fmla="*/ 15 h 63"/>
              <a:gd name="T28" fmla="*/ 97 w 97"/>
              <a:gd name="T29" fmla="*/ 16 h 63"/>
              <a:gd name="T30" fmla="*/ 20 w 97"/>
              <a:gd name="T31" fmla="*/ 3 h 63"/>
              <a:gd name="T32" fmla="*/ 16 w 97"/>
              <a:gd name="T33" fmla="*/ 18 h 63"/>
              <a:gd name="T34" fmla="*/ 14 w 97"/>
              <a:gd name="T35" fmla="*/ 26 h 63"/>
              <a:gd name="T36" fmla="*/ 65 w 97"/>
              <a:gd name="T37" fmla="*/ 20 h 63"/>
              <a:gd name="T38" fmla="*/ 86 w 97"/>
              <a:gd name="T39" fmla="*/ 17 h 63"/>
              <a:gd name="T40" fmla="*/ 20 w 97"/>
              <a:gd name="T41" fmla="*/ 3 h 63"/>
              <a:gd name="T42" fmla="*/ 14 w 97"/>
              <a:gd name="T43" fmla="*/ 38 h 63"/>
              <a:gd name="T44" fmla="*/ 28 w 97"/>
              <a:gd name="T45" fmla="*/ 60 h 63"/>
              <a:gd name="T46" fmla="*/ 82 w 97"/>
              <a:gd name="T47" fmla="*/ 24 h 63"/>
              <a:gd name="T48" fmla="*/ 82 w 97"/>
              <a:gd name="T49" fmla="*/ 23 h 63"/>
              <a:gd name="T50" fmla="*/ 14 w 97"/>
              <a:gd name="T51" fmla="*/ 38 h 63"/>
              <a:gd name="T52" fmla="*/ 13 w 97"/>
              <a:gd name="T53" fmla="*/ 29 h 63"/>
              <a:gd name="T54" fmla="*/ 7 w 97"/>
              <a:gd name="T55" fmla="*/ 40 h 63"/>
              <a:gd name="T56" fmla="*/ 12 w 97"/>
              <a:gd name="T57" fmla="*/ 35 h 63"/>
              <a:gd name="T58" fmla="*/ 15 w 97"/>
              <a:gd name="T59" fmla="*/ 36 h 63"/>
              <a:gd name="T60" fmla="*/ 57 w 97"/>
              <a:gd name="T61" fmla="*/ 27 h 63"/>
              <a:gd name="T62" fmla="*/ 77 w 97"/>
              <a:gd name="T63" fmla="*/ 21 h 63"/>
              <a:gd name="T64" fmla="*/ 13 w 97"/>
              <a:gd name="T65" fmla="*/ 29 h 63"/>
              <a:gd name="T66" fmla="*/ 6 w 97"/>
              <a:gd name="T67" fmla="*/ 45 h 63"/>
              <a:gd name="T68" fmla="*/ 14 w 97"/>
              <a:gd name="T69" fmla="*/ 44 h 63"/>
              <a:gd name="T70" fmla="*/ 11 w 97"/>
              <a:gd name="T71" fmla="*/ 39 h 63"/>
              <a:gd name="T72" fmla="*/ 6 w 97"/>
              <a:gd name="T73" fmla="*/ 45 h 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97" h="63">
                <a:moveTo>
                  <a:pt x="97" y="16"/>
                </a:moveTo>
                <a:cubicBezTo>
                  <a:pt x="96" y="20"/>
                  <a:pt x="92" y="19"/>
                  <a:pt x="90" y="22"/>
                </a:cubicBezTo>
                <a:cubicBezTo>
                  <a:pt x="85" y="24"/>
                  <a:pt x="80" y="29"/>
                  <a:pt x="75" y="33"/>
                </a:cubicBezTo>
                <a:cubicBezTo>
                  <a:pt x="65" y="38"/>
                  <a:pt x="56" y="45"/>
                  <a:pt x="46" y="51"/>
                </a:cubicBezTo>
                <a:cubicBezTo>
                  <a:pt x="40" y="54"/>
                  <a:pt x="35" y="58"/>
                  <a:pt x="29" y="63"/>
                </a:cubicBezTo>
                <a:cubicBezTo>
                  <a:pt x="28" y="62"/>
                  <a:pt x="27" y="62"/>
                  <a:pt x="26" y="62"/>
                </a:cubicBezTo>
                <a:cubicBezTo>
                  <a:pt x="22" y="57"/>
                  <a:pt x="20" y="52"/>
                  <a:pt x="16" y="47"/>
                </a:cubicBezTo>
                <a:cubicBezTo>
                  <a:pt x="12" y="47"/>
                  <a:pt x="6" y="49"/>
                  <a:pt x="2" y="48"/>
                </a:cubicBezTo>
                <a:cubicBezTo>
                  <a:pt x="0" y="42"/>
                  <a:pt x="7" y="35"/>
                  <a:pt x="10" y="28"/>
                </a:cubicBezTo>
                <a:cubicBezTo>
                  <a:pt x="10" y="27"/>
                  <a:pt x="10" y="26"/>
                  <a:pt x="10" y="26"/>
                </a:cubicBezTo>
                <a:cubicBezTo>
                  <a:pt x="13" y="17"/>
                  <a:pt x="15" y="8"/>
                  <a:pt x="18" y="0"/>
                </a:cubicBezTo>
                <a:cubicBezTo>
                  <a:pt x="25" y="0"/>
                  <a:pt x="33" y="4"/>
                  <a:pt x="40" y="5"/>
                </a:cubicBezTo>
                <a:cubicBezTo>
                  <a:pt x="51" y="8"/>
                  <a:pt x="63" y="10"/>
                  <a:pt x="75" y="13"/>
                </a:cubicBezTo>
                <a:cubicBezTo>
                  <a:pt x="81" y="13"/>
                  <a:pt x="88" y="15"/>
                  <a:pt x="94" y="15"/>
                </a:cubicBezTo>
                <a:cubicBezTo>
                  <a:pt x="95" y="15"/>
                  <a:pt x="96" y="14"/>
                  <a:pt x="97" y="16"/>
                </a:cubicBezTo>
                <a:close/>
                <a:moveTo>
                  <a:pt x="20" y="3"/>
                </a:moveTo>
                <a:cubicBezTo>
                  <a:pt x="18" y="8"/>
                  <a:pt x="16" y="13"/>
                  <a:pt x="16" y="18"/>
                </a:cubicBezTo>
                <a:cubicBezTo>
                  <a:pt x="15" y="21"/>
                  <a:pt x="13" y="23"/>
                  <a:pt x="14" y="26"/>
                </a:cubicBezTo>
                <a:cubicBezTo>
                  <a:pt x="31" y="24"/>
                  <a:pt x="48" y="21"/>
                  <a:pt x="65" y="20"/>
                </a:cubicBezTo>
                <a:cubicBezTo>
                  <a:pt x="72" y="18"/>
                  <a:pt x="80" y="19"/>
                  <a:pt x="86" y="17"/>
                </a:cubicBezTo>
                <a:cubicBezTo>
                  <a:pt x="64" y="14"/>
                  <a:pt x="41" y="7"/>
                  <a:pt x="20" y="3"/>
                </a:cubicBezTo>
                <a:close/>
                <a:moveTo>
                  <a:pt x="14" y="38"/>
                </a:moveTo>
                <a:cubicBezTo>
                  <a:pt x="19" y="45"/>
                  <a:pt x="22" y="53"/>
                  <a:pt x="28" y="60"/>
                </a:cubicBezTo>
                <a:cubicBezTo>
                  <a:pt x="46" y="48"/>
                  <a:pt x="64" y="37"/>
                  <a:pt x="82" y="24"/>
                </a:cubicBezTo>
                <a:cubicBezTo>
                  <a:pt x="82" y="23"/>
                  <a:pt x="82" y="23"/>
                  <a:pt x="82" y="23"/>
                </a:cubicBezTo>
                <a:cubicBezTo>
                  <a:pt x="59" y="29"/>
                  <a:pt x="37" y="35"/>
                  <a:pt x="14" y="38"/>
                </a:cubicBezTo>
                <a:close/>
                <a:moveTo>
                  <a:pt x="13" y="29"/>
                </a:moveTo>
                <a:cubicBezTo>
                  <a:pt x="11" y="33"/>
                  <a:pt x="8" y="37"/>
                  <a:pt x="7" y="40"/>
                </a:cubicBezTo>
                <a:cubicBezTo>
                  <a:pt x="9" y="39"/>
                  <a:pt x="9" y="36"/>
                  <a:pt x="12" y="35"/>
                </a:cubicBezTo>
                <a:cubicBezTo>
                  <a:pt x="13" y="35"/>
                  <a:pt x="14" y="35"/>
                  <a:pt x="15" y="36"/>
                </a:cubicBezTo>
                <a:cubicBezTo>
                  <a:pt x="29" y="33"/>
                  <a:pt x="43" y="30"/>
                  <a:pt x="57" y="27"/>
                </a:cubicBezTo>
                <a:cubicBezTo>
                  <a:pt x="64" y="24"/>
                  <a:pt x="70" y="23"/>
                  <a:pt x="77" y="21"/>
                </a:cubicBezTo>
                <a:cubicBezTo>
                  <a:pt x="55" y="23"/>
                  <a:pt x="34" y="25"/>
                  <a:pt x="13" y="29"/>
                </a:cubicBezTo>
                <a:close/>
                <a:moveTo>
                  <a:pt x="6" y="45"/>
                </a:moveTo>
                <a:cubicBezTo>
                  <a:pt x="9" y="46"/>
                  <a:pt x="12" y="44"/>
                  <a:pt x="14" y="44"/>
                </a:cubicBezTo>
                <a:cubicBezTo>
                  <a:pt x="13" y="42"/>
                  <a:pt x="13" y="41"/>
                  <a:pt x="11" y="39"/>
                </a:cubicBezTo>
                <a:cubicBezTo>
                  <a:pt x="10" y="41"/>
                  <a:pt x="8" y="43"/>
                  <a:pt x="6" y="45"/>
                </a:cubicBez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4" name="任意多边形 11"/>
          <p:cNvSpPr/>
          <p:nvPr>
            <p:custDataLst>
              <p:tags r:id="rId41"/>
            </p:custDataLst>
          </p:nvPr>
        </p:nvSpPr>
        <p:spPr>
          <a:xfrm>
            <a:off x="6055505" y="5456586"/>
            <a:ext cx="3975213" cy="317376"/>
          </a:xfrm>
          <a:custGeom>
            <a:avLst/>
            <a:gdLst>
              <a:gd name="connsiteX0" fmla="*/ 0 w 6766560"/>
              <a:gd name="connsiteY0" fmla="*/ 39809 h 361457"/>
              <a:gd name="connsiteX1" fmla="*/ 4411980 w 6766560"/>
              <a:gd name="connsiteY1" fmla="*/ 28379 h 361457"/>
              <a:gd name="connsiteX2" fmla="*/ 4023360 w 6766560"/>
              <a:gd name="connsiteY2" fmla="*/ 359849 h 361457"/>
              <a:gd name="connsiteX3" fmla="*/ 6766560 w 6766560"/>
              <a:gd name="connsiteY3" fmla="*/ 131249 h 361457"/>
              <a:gd name="connsiteX0-1" fmla="*/ 0 w 6766560"/>
              <a:gd name="connsiteY0-2" fmla="*/ 75291 h 398381"/>
              <a:gd name="connsiteX1-3" fmla="*/ 4369154 w 6766560"/>
              <a:gd name="connsiteY1-4" fmla="*/ 18141 h 398381"/>
              <a:gd name="connsiteX2-5" fmla="*/ 4023360 w 6766560"/>
              <a:gd name="connsiteY2-6" fmla="*/ 395331 h 398381"/>
              <a:gd name="connsiteX3-7" fmla="*/ 6766560 w 6766560"/>
              <a:gd name="connsiteY3-8" fmla="*/ 166731 h 398381"/>
              <a:gd name="connsiteX0-9" fmla="*/ 0 w 6766560"/>
              <a:gd name="connsiteY0-10" fmla="*/ 71354 h 339035"/>
              <a:gd name="connsiteX1-11" fmla="*/ 4369154 w 6766560"/>
              <a:gd name="connsiteY1-12" fmla="*/ 14204 h 339035"/>
              <a:gd name="connsiteX2-13" fmla="*/ 4351696 w 6766560"/>
              <a:gd name="connsiteY2-14" fmla="*/ 334244 h 339035"/>
              <a:gd name="connsiteX3-15" fmla="*/ 6766560 w 6766560"/>
              <a:gd name="connsiteY3-16" fmla="*/ 162794 h 339035"/>
              <a:gd name="connsiteX0-17" fmla="*/ 0 w 7194823"/>
              <a:gd name="connsiteY0-18" fmla="*/ 71354 h 334304"/>
              <a:gd name="connsiteX1-19" fmla="*/ 4369154 w 7194823"/>
              <a:gd name="connsiteY1-20" fmla="*/ 14204 h 334304"/>
              <a:gd name="connsiteX2-21" fmla="*/ 4351696 w 7194823"/>
              <a:gd name="connsiteY2-22" fmla="*/ 334244 h 334304"/>
              <a:gd name="connsiteX3-23" fmla="*/ 7194823 w 7194823"/>
              <a:gd name="connsiteY3-24" fmla="*/ 37064 h 334304"/>
              <a:gd name="connsiteX0-25" fmla="*/ 0 w 7194823"/>
              <a:gd name="connsiteY0-26" fmla="*/ 72918 h 358721"/>
              <a:gd name="connsiteX1-27" fmla="*/ 4369154 w 7194823"/>
              <a:gd name="connsiteY1-28" fmla="*/ 15768 h 358721"/>
              <a:gd name="connsiteX2-29" fmla="*/ 4051911 w 7194823"/>
              <a:gd name="connsiteY2-30" fmla="*/ 358668 h 358721"/>
              <a:gd name="connsiteX3-31" fmla="*/ 7194823 w 7194823"/>
              <a:gd name="connsiteY3-32" fmla="*/ 38628 h 358721"/>
              <a:gd name="connsiteX0-33" fmla="*/ 0 w 6454042"/>
              <a:gd name="connsiteY0-34" fmla="*/ 72918 h 359955"/>
              <a:gd name="connsiteX1-35" fmla="*/ 4369154 w 6454042"/>
              <a:gd name="connsiteY1-36" fmla="*/ 15768 h 359955"/>
              <a:gd name="connsiteX2-37" fmla="*/ 4051911 w 6454042"/>
              <a:gd name="connsiteY2-38" fmla="*/ 358668 h 359955"/>
              <a:gd name="connsiteX3-39" fmla="*/ 6454042 w 6454042"/>
              <a:gd name="connsiteY3-40" fmla="*/ 112769 h 359955"/>
              <a:gd name="connsiteX0-41" fmla="*/ 0 w 6454042"/>
              <a:gd name="connsiteY0-42" fmla="*/ 62493 h 349247"/>
              <a:gd name="connsiteX1-43" fmla="*/ 4122228 w 6454042"/>
              <a:gd name="connsiteY1-44" fmla="*/ 17700 h 349247"/>
              <a:gd name="connsiteX2-45" fmla="*/ 4051911 w 6454042"/>
              <a:gd name="connsiteY2-46" fmla="*/ 348243 h 349247"/>
              <a:gd name="connsiteX3-47" fmla="*/ 6454042 w 6454042"/>
              <a:gd name="connsiteY3-48" fmla="*/ 102344 h 349247"/>
              <a:gd name="connsiteX0-49" fmla="*/ 0 w 4341830"/>
              <a:gd name="connsiteY0-50" fmla="*/ 62493 h 348243"/>
              <a:gd name="connsiteX1-51" fmla="*/ 4122228 w 4341830"/>
              <a:gd name="connsiteY1-52" fmla="*/ 17700 h 348243"/>
              <a:gd name="connsiteX2-53" fmla="*/ 4051911 w 4341830"/>
              <a:gd name="connsiteY2-54" fmla="*/ 348243 h 348243"/>
              <a:gd name="connsiteX0-55" fmla="*/ 0 w 4122228"/>
              <a:gd name="connsiteY0-56" fmla="*/ 62493 h 62493"/>
              <a:gd name="connsiteX1-57" fmla="*/ 4122228 w 4122228"/>
              <a:gd name="connsiteY1-58" fmla="*/ 17700 h 62493"/>
              <a:gd name="connsiteX0-59" fmla="*/ 0 w 4122228"/>
              <a:gd name="connsiteY0-60" fmla="*/ 44793 h 66159"/>
              <a:gd name="connsiteX1-61" fmla="*/ 4122228 w 4122228"/>
              <a:gd name="connsiteY1-62" fmla="*/ 0 h 66159"/>
              <a:gd name="connsiteX0-63" fmla="*/ 0 w 4245691"/>
              <a:gd name="connsiteY0-64" fmla="*/ 156004 h 156004"/>
              <a:gd name="connsiteX1-65" fmla="*/ 4245691 w 4245691"/>
              <a:gd name="connsiteY1-66" fmla="*/ 0 h 156004"/>
              <a:gd name="connsiteX0-67" fmla="*/ 0 w 4245691"/>
              <a:gd name="connsiteY0-68" fmla="*/ 156004 h 163985"/>
              <a:gd name="connsiteX1-69" fmla="*/ 4245691 w 4245691"/>
              <a:gd name="connsiteY1-70" fmla="*/ 0 h 163985"/>
              <a:gd name="connsiteX0-71" fmla="*/ 0 w 5449458"/>
              <a:gd name="connsiteY0-72" fmla="*/ 143648 h 143648"/>
              <a:gd name="connsiteX1-73" fmla="*/ 5449458 w 5449458"/>
              <a:gd name="connsiteY1-74" fmla="*/ 0 h 143648"/>
              <a:gd name="connsiteX0-75" fmla="*/ 0 w 5449458"/>
              <a:gd name="connsiteY0-76" fmla="*/ 143648 h 260913"/>
              <a:gd name="connsiteX1-77" fmla="*/ 1990356 w 5449458"/>
              <a:gd name="connsiteY1-78" fmla="*/ 260339 h 260913"/>
              <a:gd name="connsiteX2-79" fmla="*/ 5449458 w 5449458"/>
              <a:gd name="connsiteY2-80" fmla="*/ 0 h 260913"/>
              <a:gd name="connsiteX0-81" fmla="*/ 0 w 4693246"/>
              <a:gd name="connsiteY0-82" fmla="*/ 169 h 463018"/>
              <a:gd name="connsiteX1-83" fmla="*/ 1234144 w 4693246"/>
              <a:gd name="connsiteY1-84" fmla="*/ 462849 h 463018"/>
              <a:gd name="connsiteX2-85" fmla="*/ 4693246 w 4693246"/>
              <a:gd name="connsiteY2-86" fmla="*/ 202510 h 463018"/>
              <a:gd name="connsiteX0-87" fmla="*/ 153395 w 4846641"/>
              <a:gd name="connsiteY0-88" fmla="*/ 0 h 462988"/>
              <a:gd name="connsiteX1-89" fmla="*/ 1387539 w 4846641"/>
              <a:gd name="connsiteY1-90" fmla="*/ 462680 h 462988"/>
              <a:gd name="connsiteX2-91" fmla="*/ 4846641 w 4846641"/>
              <a:gd name="connsiteY2-92" fmla="*/ 202341 h 462988"/>
              <a:gd name="connsiteX0-93" fmla="*/ 212160 w 4457851"/>
              <a:gd name="connsiteY0-94" fmla="*/ 0 h 462988"/>
              <a:gd name="connsiteX1-95" fmla="*/ 998749 w 4457851"/>
              <a:gd name="connsiteY1-96" fmla="*/ 462680 h 462988"/>
              <a:gd name="connsiteX2-97" fmla="*/ 4457851 w 4457851"/>
              <a:gd name="connsiteY2-98" fmla="*/ 202341 h 462988"/>
              <a:gd name="connsiteX0-99" fmla="*/ 238795 w 4484486"/>
              <a:gd name="connsiteY0-100" fmla="*/ 0 h 462868"/>
              <a:gd name="connsiteX1-101" fmla="*/ 1025384 w 4484486"/>
              <a:gd name="connsiteY1-102" fmla="*/ 462680 h 462868"/>
              <a:gd name="connsiteX2-103" fmla="*/ 4484486 w 4484486"/>
              <a:gd name="connsiteY2-104" fmla="*/ 202341 h 462868"/>
              <a:gd name="connsiteX0-105" fmla="*/ 410770 w 4656461"/>
              <a:gd name="connsiteY0-106" fmla="*/ 0 h 425815"/>
              <a:gd name="connsiteX1-107" fmla="*/ 595476 w 4656461"/>
              <a:gd name="connsiteY1-108" fmla="*/ 425610 h 425815"/>
              <a:gd name="connsiteX2-109" fmla="*/ 4656461 w 4656461"/>
              <a:gd name="connsiteY2-110" fmla="*/ 202341 h 425815"/>
              <a:gd name="connsiteX0-111" fmla="*/ 410770 w 4656461"/>
              <a:gd name="connsiteY0-112" fmla="*/ 0 h 364069"/>
              <a:gd name="connsiteX1-113" fmla="*/ 595476 w 4656461"/>
              <a:gd name="connsiteY1-114" fmla="*/ 363827 h 364069"/>
              <a:gd name="connsiteX2-115" fmla="*/ 4656461 w 4656461"/>
              <a:gd name="connsiteY2-116" fmla="*/ 202341 h 364069"/>
              <a:gd name="connsiteX0-117" fmla="*/ 558636 w 4511100"/>
              <a:gd name="connsiteY0-118" fmla="*/ 0 h 388767"/>
              <a:gd name="connsiteX1-119" fmla="*/ 450115 w 4511100"/>
              <a:gd name="connsiteY1-120" fmla="*/ 388541 h 388767"/>
              <a:gd name="connsiteX2-121" fmla="*/ 4511100 w 4511100"/>
              <a:gd name="connsiteY2-122" fmla="*/ 227055 h 388767"/>
              <a:gd name="connsiteX0-123" fmla="*/ 445007 w 4613533"/>
              <a:gd name="connsiteY0-124" fmla="*/ 0 h 413467"/>
              <a:gd name="connsiteX1-125" fmla="*/ 552548 w 4613533"/>
              <a:gd name="connsiteY1-126" fmla="*/ 413255 h 413467"/>
              <a:gd name="connsiteX2-127" fmla="*/ 4613533 w 4613533"/>
              <a:gd name="connsiteY2-128" fmla="*/ 251769 h 413467"/>
              <a:gd name="connsiteX0-129" fmla="*/ 437894 w 4606420"/>
              <a:gd name="connsiteY0-130" fmla="*/ 0 h 351722"/>
              <a:gd name="connsiteX1-131" fmla="*/ 560868 w 4606420"/>
              <a:gd name="connsiteY1-132" fmla="*/ 351471 h 351722"/>
              <a:gd name="connsiteX2-133" fmla="*/ 4606420 w 4606420"/>
              <a:gd name="connsiteY2-134" fmla="*/ 251769 h 351722"/>
              <a:gd name="connsiteX0-135" fmla="*/ 424068 w 4592594"/>
              <a:gd name="connsiteY0-136" fmla="*/ 0 h 401116"/>
              <a:gd name="connsiteX1-137" fmla="*/ 577907 w 4592594"/>
              <a:gd name="connsiteY1-138" fmla="*/ 400898 h 401116"/>
              <a:gd name="connsiteX2-139" fmla="*/ 4592594 w 4592594"/>
              <a:gd name="connsiteY2-140" fmla="*/ 251769 h 401116"/>
              <a:gd name="connsiteX0-141" fmla="*/ 424068 w 4592594"/>
              <a:gd name="connsiteY0-142" fmla="*/ 0 h 401116"/>
              <a:gd name="connsiteX1-143" fmla="*/ 577907 w 4592594"/>
              <a:gd name="connsiteY1-144" fmla="*/ 400898 h 401116"/>
              <a:gd name="connsiteX2-145" fmla="*/ 4592594 w 4592594"/>
              <a:gd name="connsiteY2-146" fmla="*/ 338266 h 401116"/>
              <a:gd name="connsiteX0-147" fmla="*/ 391353 w 4638179"/>
              <a:gd name="connsiteY0-148" fmla="*/ 0 h 401116"/>
              <a:gd name="connsiteX1-149" fmla="*/ 623492 w 4638179"/>
              <a:gd name="connsiteY1-150" fmla="*/ 400898 h 401116"/>
              <a:gd name="connsiteX2-151" fmla="*/ 4638179 w 4638179"/>
              <a:gd name="connsiteY2-152" fmla="*/ 338266 h 401116"/>
              <a:gd name="connsiteX0-153" fmla="*/ 391353 w 4904398"/>
              <a:gd name="connsiteY0-154" fmla="*/ 0 h 401116"/>
              <a:gd name="connsiteX1-155" fmla="*/ 623492 w 4904398"/>
              <a:gd name="connsiteY1-156" fmla="*/ 400898 h 401116"/>
              <a:gd name="connsiteX2-157" fmla="*/ 4904398 w 4904398"/>
              <a:gd name="connsiteY2-158" fmla="*/ 322224 h 40111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4904398" h="401116">
                <a:moveTo>
                  <a:pt x="391353" y="0"/>
                </a:moveTo>
                <a:cubicBezTo>
                  <a:pt x="-226127" y="38897"/>
                  <a:pt x="-86259" y="411428"/>
                  <a:pt x="623492" y="400898"/>
                </a:cubicBezTo>
                <a:lnTo>
                  <a:pt x="4904398" y="322224"/>
                </a:lnTo>
              </a:path>
            </a:pathLst>
          </a:custGeom>
          <a:noFill/>
          <a:ln w="25400" cap="rnd">
            <a:solidFill>
              <a:schemeClr val="accent6">
                <a:lumMod val="75000"/>
              </a:schemeClr>
            </a:solidFill>
            <a:prstDash val="dash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6">
                  <a:lumMod val="50000"/>
                </a:schemeClr>
              </a:solidFill>
            </a:endParaRPr>
          </a:p>
        </p:txBody>
      </p:sp>
      <p:grpSp>
        <p:nvGrpSpPr>
          <p:cNvPr id="15" name="Group 4"/>
          <p:cNvGrpSpPr>
            <a:grpSpLocks noChangeAspect="1"/>
          </p:cNvGrpSpPr>
          <p:nvPr>
            <p:custDataLst>
              <p:tags r:id="rId42"/>
            </p:custDataLst>
          </p:nvPr>
        </p:nvGrpSpPr>
        <p:grpSpPr bwMode="auto">
          <a:xfrm flipV="1">
            <a:off x="5994081" y="4695005"/>
            <a:ext cx="732153" cy="755559"/>
            <a:chOff x="1308" y="1009"/>
            <a:chExt cx="1001" cy="1033"/>
          </a:xfrm>
          <a:noFill/>
        </p:grpSpPr>
        <p:sp>
          <p:nvSpPr>
            <p:cNvPr id="18" name="Freeform 5"/>
            <p:cNvSpPr/>
            <p:nvPr>
              <p:custDataLst>
                <p:tags r:id="rId43"/>
              </p:custDataLst>
            </p:nvPr>
          </p:nvSpPr>
          <p:spPr bwMode="auto">
            <a:xfrm>
              <a:off x="1533" y="1009"/>
              <a:ext cx="571" cy="830"/>
            </a:xfrm>
            <a:custGeom>
              <a:avLst/>
              <a:gdLst>
                <a:gd name="T0" fmla="*/ 404 w 439"/>
                <a:gd name="T1" fmla="*/ 298 h 638"/>
                <a:gd name="T2" fmla="*/ 321 w 439"/>
                <a:gd name="T3" fmla="*/ 223 h 638"/>
                <a:gd name="T4" fmla="*/ 321 w 439"/>
                <a:gd name="T5" fmla="*/ 50 h 638"/>
                <a:gd name="T6" fmla="*/ 318 w 439"/>
                <a:gd name="T7" fmla="*/ 41 h 638"/>
                <a:gd name="T8" fmla="*/ 221 w 439"/>
                <a:gd name="T9" fmla="*/ 0 h 638"/>
                <a:gd name="T10" fmla="*/ 118 w 439"/>
                <a:gd name="T11" fmla="*/ 40 h 638"/>
                <a:gd name="T12" fmla="*/ 114 w 439"/>
                <a:gd name="T13" fmla="*/ 50 h 638"/>
                <a:gd name="T14" fmla="*/ 114 w 439"/>
                <a:gd name="T15" fmla="*/ 225 h 638"/>
                <a:gd name="T16" fmla="*/ 34 w 439"/>
                <a:gd name="T17" fmla="*/ 300 h 638"/>
                <a:gd name="T18" fmla="*/ 0 w 439"/>
                <a:gd name="T19" fmla="*/ 418 h 638"/>
                <a:gd name="T20" fmla="*/ 220 w 439"/>
                <a:gd name="T21" fmla="*/ 638 h 638"/>
                <a:gd name="T22" fmla="*/ 439 w 439"/>
                <a:gd name="T23" fmla="*/ 418 h 638"/>
                <a:gd name="T24" fmla="*/ 404 w 439"/>
                <a:gd name="T25" fmla="*/ 298 h 6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9" h="638">
                  <a:moveTo>
                    <a:pt x="404" y="298"/>
                  </a:moveTo>
                  <a:cubicBezTo>
                    <a:pt x="383" y="267"/>
                    <a:pt x="355" y="241"/>
                    <a:pt x="321" y="223"/>
                  </a:cubicBezTo>
                  <a:cubicBezTo>
                    <a:pt x="321" y="222"/>
                    <a:pt x="321" y="50"/>
                    <a:pt x="321" y="50"/>
                  </a:cubicBezTo>
                  <a:cubicBezTo>
                    <a:pt x="321" y="47"/>
                    <a:pt x="320" y="44"/>
                    <a:pt x="318" y="41"/>
                  </a:cubicBezTo>
                  <a:cubicBezTo>
                    <a:pt x="316" y="39"/>
                    <a:pt x="282" y="0"/>
                    <a:pt x="221" y="0"/>
                  </a:cubicBezTo>
                  <a:cubicBezTo>
                    <a:pt x="162" y="0"/>
                    <a:pt x="120" y="38"/>
                    <a:pt x="118" y="40"/>
                  </a:cubicBezTo>
                  <a:cubicBezTo>
                    <a:pt x="116" y="43"/>
                    <a:pt x="114" y="46"/>
                    <a:pt x="114" y="50"/>
                  </a:cubicBezTo>
                  <a:cubicBezTo>
                    <a:pt x="114" y="50"/>
                    <a:pt x="114" y="223"/>
                    <a:pt x="114" y="225"/>
                  </a:cubicBezTo>
                  <a:cubicBezTo>
                    <a:pt x="81" y="243"/>
                    <a:pt x="54" y="269"/>
                    <a:pt x="34" y="300"/>
                  </a:cubicBezTo>
                  <a:cubicBezTo>
                    <a:pt x="11" y="335"/>
                    <a:pt x="0" y="376"/>
                    <a:pt x="0" y="418"/>
                  </a:cubicBezTo>
                  <a:cubicBezTo>
                    <a:pt x="0" y="539"/>
                    <a:pt x="98" y="638"/>
                    <a:pt x="220" y="638"/>
                  </a:cubicBezTo>
                  <a:cubicBezTo>
                    <a:pt x="341" y="638"/>
                    <a:pt x="439" y="539"/>
                    <a:pt x="439" y="418"/>
                  </a:cubicBezTo>
                  <a:cubicBezTo>
                    <a:pt x="439" y="375"/>
                    <a:pt x="427" y="334"/>
                    <a:pt x="404" y="298"/>
                  </a:cubicBezTo>
                  <a:close/>
                </a:path>
              </a:pathLst>
            </a:custGeom>
            <a:grpFill/>
            <a:ln>
              <a:solidFill>
                <a:schemeClr val="accent6">
                  <a:lumMod val="75000"/>
                </a:schemeClr>
              </a:solidFill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chemeClr val="accent6">
                    <a:lumMod val="50000"/>
                  </a:schemeClr>
                </a:solidFill>
              </a:endParaRPr>
            </a:p>
          </p:txBody>
        </p:sp>
        <p:sp>
          <p:nvSpPr>
            <p:cNvPr id="29" name="Freeform 6"/>
            <p:cNvSpPr>
              <a:spLocks noEditPoints="1"/>
            </p:cNvSpPr>
            <p:nvPr>
              <p:custDataLst>
                <p:tags r:id="rId44"/>
              </p:custDataLst>
            </p:nvPr>
          </p:nvSpPr>
          <p:spPr bwMode="auto">
            <a:xfrm>
              <a:off x="1526" y="1009"/>
              <a:ext cx="573" cy="830"/>
            </a:xfrm>
            <a:custGeom>
              <a:avLst/>
              <a:gdLst>
                <a:gd name="T0" fmla="*/ 440 w 440"/>
                <a:gd name="T1" fmla="*/ 418 h 638"/>
                <a:gd name="T2" fmla="*/ 322 w 440"/>
                <a:gd name="T3" fmla="*/ 223 h 638"/>
                <a:gd name="T4" fmla="*/ 319 w 440"/>
                <a:gd name="T5" fmla="*/ 41 h 638"/>
                <a:gd name="T6" fmla="*/ 119 w 440"/>
                <a:gd name="T7" fmla="*/ 40 h 638"/>
                <a:gd name="T8" fmla="*/ 114 w 440"/>
                <a:gd name="T9" fmla="*/ 225 h 638"/>
                <a:gd name="T10" fmla="*/ 0 w 440"/>
                <a:gd name="T11" fmla="*/ 418 h 638"/>
                <a:gd name="T12" fmla="*/ 143 w 440"/>
                <a:gd name="T13" fmla="*/ 75 h 638"/>
                <a:gd name="T14" fmla="*/ 294 w 440"/>
                <a:gd name="T15" fmla="*/ 134 h 638"/>
                <a:gd name="T16" fmla="*/ 143 w 440"/>
                <a:gd name="T17" fmla="*/ 75 h 638"/>
                <a:gd name="T18" fmla="*/ 294 w 440"/>
                <a:gd name="T19" fmla="*/ 162 h 638"/>
                <a:gd name="T20" fmla="*/ 294 w 440"/>
                <a:gd name="T21" fmla="*/ 189 h 638"/>
                <a:gd name="T22" fmla="*/ 143 w 440"/>
                <a:gd name="T23" fmla="*/ 134 h 638"/>
                <a:gd name="T24" fmla="*/ 213 w 440"/>
                <a:gd name="T25" fmla="*/ 411 h 638"/>
                <a:gd name="T26" fmla="*/ 184 w 440"/>
                <a:gd name="T27" fmla="*/ 400 h 638"/>
                <a:gd name="T28" fmla="*/ 196 w 440"/>
                <a:gd name="T29" fmla="*/ 200 h 638"/>
                <a:gd name="T30" fmla="*/ 230 w 440"/>
                <a:gd name="T31" fmla="*/ 228 h 638"/>
                <a:gd name="T32" fmla="*/ 218 w 440"/>
                <a:gd name="T33" fmla="*/ 408 h 638"/>
                <a:gd name="T34" fmla="*/ 213 w 440"/>
                <a:gd name="T35" fmla="*/ 459 h 638"/>
                <a:gd name="T36" fmla="*/ 213 w 440"/>
                <a:gd name="T37" fmla="*/ 435 h 638"/>
                <a:gd name="T38" fmla="*/ 136 w 440"/>
                <a:gd name="T39" fmla="*/ 245 h 638"/>
                <a:gd name="T40" fmla="*/ 143 w 440"/>
                <a:gd name="T41" fmla="*/ 191 h 638"/>
                <a:gd name="T42" fmla="*/ 183 w 440"/>
                <a:gd name="T43" fmla="*/ 228 h 638"/>
                <a:gd name="T44" fmla="*/ 146 w 440"/>
                <a:gd name="T45" fmla="*/ 411 h 638"/>
                <a:gd name="T46" fmla="*/ 139 w 440"/>
                <a:gd name="T47" fmla="*/ 470 h 638"/>
                <a:gd name="T48" fmla="*/ 181 w 440"/>
                <a:gd name="T49" fmla="*/ 421 h 638"/>
                <a:gd name="T50" fmla="*/ 188 w 440"/>
                <a:gd name="T51" fmla="*/ 450 h 638"/>
                <a:gd name="T52" fmla="*/ 237 w 440"/>
                <a:gd name="T53" fmla="*/ 450 h 638"/>
                <a:gd name="T54" fmla="*/ 245 w 440"/>
                <a:gd name="T55" fmla="*/ 421 h 638"/>
                <a:gd name="T56" fmla="*/ 286 w 440"/>
                <a:gd name="T57" fmla="*/ 470 h 638"/>
                <a:gd name="T58" fmla="*/ 279 w 440"/>
                <a:gd name="T59" fmla="*/ 411 h 638"/>
                <a:gd name="T60" fmla="*/ 243 w 440"/>
                <a:gd name="T61" fmla="*/ 228 h 638"/>
                <a:gd name="T62" fmla="*/ 294 w 440"/>
                <a:gd name="T63" fmla="*/ 217 h 638"/>
                <a:gd name="T64" fmla="*/ 302 w 440"/>
                <a:gd name="T65" fmla="*/ 244 h 638"/>
                <a:gd name="T66" fmla="*/ 220 w 440"/>
                <a:gd name="T67" fmla="*/ 610 h 638"/>
                <a:gd name="T68" fmla="*/ 136 w 440"/>
                <a:gd name="T69" fmla="*/ 245 h 638"/>
                <a:gd name="T70" fmla="*/ 160 w 440"/>
                <a:gd name="T71" fmla="*/ 443 h 638"/>
                <a:gd name="T72" fmla="*/ 143 w 440"/>
                <a:gd name="T73" fmla="*/ 447 h 638"/>
                <a:gd name="T74" fmla="*/ 168 w 440"/>
                <a:gd name="T75" fmla="*/ 422 h 638"/>
                <a:gd name="T76" fmla="*/ 273 w 440"/>
                <a:gd name="T77" fmla="*/ 429 h 638"/>
                <a:gd name="T78" fmla="*/ 280 w 440"/>
                <a:gd name="T79" fmla="*/ 452 h 638"/>
                <a:gd name="T80" fmla="*/ 258 w 440"/>
                <a:gd name="T81" fmla="*/ 422 h 6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40" h="638">
                  <a:moveTo>
                    <a:pt x="220" y="638"/>
                  </a:moveTo>
                  <a:cubicBezTo>
                    <a:pt x="342" y="638"/>
                    <a:pt x="440" y="539"/>
                    <a:pt x="440" y="418"/>
                  </a:cubicBezTo>
                  <a:cubicBezTo>
                    <a:pt x="440" y="375"/>
                    <a:pt x="428" y="334"/>
                    <a:pt x="405" y="298"/>
                  </a:cubicBezTo>
                  <a:cubicBezTo>
                    <a:pt x="384" y="267"/>
                    <a:pt x="356" y="241"/>
                    <a:pt x="322" y="223"/>
                  </a:cubicBezTo>
                  <a:cubicBezTo>
                    <a:pt x="322" y="222"/>
                    <a:pt x="322" y="50"/>
                    <a:pt x="322" y="50"/>
                  </a:cubicBezTo>
                  <a:cubicBezTo>
                    <a:pt x="322" y="47"/>
                    <a:pt x="321" y="44"/>
                    <a:pt x="319" y="41"/>
                  </a:cubicBezTo>
                  <a:cubicBezTo>
                    <a:pt x="317" y="39"/>
                    <a:pt x="283" y="0"/>
                    <a:pt x="222" y="0"/>
                  </a:cubicBezTo>
                  <a:cubicBezTo>
                    <a:pt x="162" y="0"/>
                    <a:pt x="121" y="38"/>
                    <a:pt x="119" y="40"/>
                  </a:cubicBezTo>
                  <a:cubicBezTo>
                    <a:pt x="117" y="43"/>
                    <a:pt x="115" y="46"/>
                    <a:pt x="115" y="50"/>
                  </a:cubicBezTo>
                  <a:cubicBezTo>
                    <a:pt x="115" y="50"/>
                    <a:pt x="115" y="223"/>
                    <a:pt x="114" y="225"/>
                  </a:cubicBezTo>
                  <a:cubicBezTo>
                    <a:pt x="82" y="243"/>
                    <a:pt x="55" y="269"/>
                    <a:pt x="35" y="300"/>
                  </a:cubicBezTo>
                  <a:cubicBezTo>
                    <a:pt x="12" y="335"/>
                    <a:pt x="0" y="376"/>
                    <a:pt x="0" y="418"/>
                  </a:cubicBezTo>
                  <a:cubicBezTo>
                    <a:pt x="0" y="539"/>
                    <a:pt x="99" y="638"/>
                    <a:pt x="220" y="638"/>
                  </a:cubicBezTo>
                  <a:close/>
                  <a:moveTo>
                    <a:pt x="143" y="75"/>
                  </a:moveTo>
                  <a:cubicBezTo>
                    <a:pt x="294" y="102"/>
                    <a:pt x="294" y="102"/>
                    <a:pt x="294" y="102"/>
                  </a:cubicBezTo>
                  <a:cubicBezTo>
                    <a:pt x="294" y="134"/>
                    <a:pt x="294" y="134"/>
                    <a:pt x="294" y="134"/>
                  </a:cubicBezTo>
                  <a:cubicBezTo>
                    <a:pt x="143" y="106"/>
                    <a:pt x="143" y="106"/>
                    <a:pt x="143" y="106"/>
                  </a:cubicBezTo>
                  <a:lnTo>
                    <a:pt x="143" y="75"/>
                  </a:lnTo>
                  <a:close/>
                  <a:moveTo>
                    <a:pt x="143" y="134"/>
                  </a:moveTo>
                  <a:cubicBezTo>
                    <a:pt x="294" y="162"/>
                    <a:pt x="294" y="162"/>
                    <a:pt x="294" y="162"/>
                  </a:cubicBezTo>
                  <a:cubicBezTo>
                    <a:pt x="294" y="180"/>
                    <a:pt x="294" y="180"/>
                    <a:pt x="294" y="180"/>
                  </a:cubicBezTo>
                  <a:cubicBezTo>
                    <a:pt x="294" y="189"/>
                    <a:pt x="294" y="189"/>
                    <a:pt x="294" y="189"/>
                  </a:cubicBezTo>
                  <a:cubicBezTo>
                    <a:pt x="143" y="163"/>
                    <a:pt x="143" y="163"/>
                    <a:pt x="143" y="163"/>
                  </a:cubicBezTo>
                  <a:lnTo>
                    <a:pt x="143" y="134"/>
                  </a:lnTo>
                  <a:close/>
                  <a:moveTo>
                    <a:pt x="218" y="408"/>
                  </a:moveTo>
                  <a:cubicBezTo>
                    <a:pt x="216" y="409"/>
                    <a:pt x="214" y="410"/>
                    <a:pt x="213" y="411"/>
                  </a:cubicBezTo>
                  <a:cubicBezTo>
                    <a:pt x="211" y="410"/>
                    <a:pt x="209" y="409"/>
                    <a:pt x="207" y="408"/>
                  </a:cubicBezTo>
                  <a:cubicBezTo>
                    <a:pt x="201" y="404"/>
                    <a:pt x="193" y="402"/>
                    <a:pt x="184" y="400"/>
                  </a:cubicBezTo>
                  <a:cubicBezTo>
                    <a:pt x="191" y="354"/>
                    <a:pt x="194" y="273"/>
                    <a:pt x="195" y="228"/>
                  </a:cubicBezTo>
                  <a:cubicBezTo>
                    <a:pt x="195" y="215"/>
                    <a:pt x="196" y="205"/>
                    <a:pt x="196" y="200"/>
                  </a:cubicBezTo>
                  <a:cubicBezTo>
                    <a:pt x="230" y="206"/>
                    <a:pt x="230" y="206"/>
                    <a:pt x="230" y="206"/>
                  </a:cubicBezTo>
                  <a:cubicBezTo>
                    <a:pt x="230" y="211"/>
                    <a:pt x="230" y="219"/>
                    <a:pt x="230" y="228"/>
                  </a:cubicBezTo>
                  <a:cubicBezTo>
                    <a:pt x="231" y="273"/>
                    <a:pt x="234" y="354"/>
                    <a:pt x="241" y="400"/>
                  </a:cubicBezTo>
                  <a:cubicBezTo>
                    <a:pt x="233" y="402"/>
                    <a:pt x="225" y="404"/>
                    <a:pt x="218" y="408"/>
                  </a:cubicBezTo>
                  <a:close/>
                  <a:moveTo>
                    <a:pt x="225" y="448"/>
                  </a:moveTo>
                  <a:cubicBezTo>
                    <a:pt x="224" y="452"/>
                    <a:pt x="218" y="459"/>
                    <a:pt x="213" y="459"/>
                  </a:cubicBezTo>
                  <a:cubicBezTo>
                    <a:pt x="208" y="459"/>
                    <a:pt x="201" y="452"/>
                    <a:pt x="201" y="448"/>
                  </a:cubicBezTo>
                  <a:cubicBezTo>
                    <a:pt x="201" y="445"/>
                    <a:pt x="204" y="439"/>
                    <a:pt x="213" y="435"/>
                  </a:cubicBezTo>
                  <a:cubicBezTo>
                    <a:pt x="221" y="439"/>
                    <a:pt x="225" y="445"/>
                    <a:pt x="225" y="448"/>
                  </a:cubicBezTo>
                  <a:close/>
                  <a:moveTo>
                    <a:pt x="136" y="245"/>
                  </a:moveTo>
                  <a:cubicBezTo>
                    <a:pt x="144" y="242"/>
                    <a:pt x="144" y="242"/>
                    <a:pt x="144" y="242"/>
                  </a:cubicBezTo>
                  <a:cubicBezTo>
                    <a:pt x="143" y="191"/>
                    <a:pt x="143" y="191"/>
                    <a:pt x="143" y="191"/>
                  </a:cubicBezTo>
                  <a:cubicBezTo>
                    <a:pt x="183" y="198"/>
                    <a:pt x="183" y="198"/>
                    <a:pt x="183" y="198"/>
                  </a:cubicBezTo>
                  <a:cubicBezTo>
                    <a:pt x="183" y="205"/>
                    <a:pt x="183" y="215"/>
                    <a:pt x="183" y="228"/>
                  </a:cubicBezTo>
                  <a:cubicBezTo>
                    <a:pt x="181" y="278"/>
                    <a:pt x="178" y="360"/>
                    <a:pt x="172" y="400"/>
                  </a:cubicBezTo>
                  <a:cubicBezTo>
                    <a:pt x="162" y="401"/>
                    <a:pt x="153" y="404"/>
                    <a:pt x="146" y="411"/>
                  </a:cubicBezTo>
                  <a:cubicBezTo>
                    <a:pt x="138" y="418"/>
                    <a:pt x="133" y="429"/>
                    <a:pt x="131" y="441"/>
                  </a:cubicBezTo>
                  <a:cubicBezTo>
                    <a:pt x="129" y="453"/>
                    <a:pt x="132" y="464"/>
                    <a:pt x="139" y="470"/>
                  </a:cubicBezTo>
                  <a:cubicBezTo>
                    <a:pt x="146" y="477"/>
                    <a:pt x="158" y="477"/>
                    <a:pt x="170" y="457"/>
                  </a:cubicBezTo>
                  <a:cubicBezTo>
                    <a:pt x="174" y="449"/>
                    <a:pt x="178" y="436"/>
                    <a:pt x="181" y="421"/>
                  </a:cubicBezTo>
                  <a:cubicBezTo>
                    <a:pt x="186" y="421"/>
                    <a:pt x="192" y="423"/>
                    <a:pt x="197" y="425"/>
                  </a:cubicBezTo>
                  <a:cubicBezTo>
                    <a:pt x="189" y="434"/>
                    <a:pt x="188" y="444"/>
                    <a:pt x="188" y="450"/>
                  </a:cubicBezTo>
                  <a:cubicBezTo>
                    <a:pt x="189" y="464"/>
                    <a:pt x="200" y="480"/>
                    <a:pt x="213" y="480"/>
                  </a:cubicBezTo>
                  <a:cubicBezTo>
                    <a:pt x="225" y="480"/>
                    <a:pt x="236" y="464"/>
                    <a:pt x="237" y="450"/>
                  </a:cubicBezTo>
                  <a:cubicBezTo>
                    <a:pt x="237" y="444"/>
                    <a:pt x="236" y="434"/>
                    <a:pt x="229" y="425"/>
                  </a:cubicBezTo>
                  <a:cubicBezTo>
                    <a:pt x="234" y="423"/>
                    <a:pt x="239" y="421"/>
                    <a:pt x="245" y="421"/>
                  </a:cubicBezTo>
                  <a:cubicBezTo>
                    <a:pt x="248" y="436"/>
                    <a:pt x="251" y="449"/>
                    <a:pt x="256" y="457"/>
                  </a:cubicBezTo>
                  <a:cubicBezTo>
                    <a:pt x="267" y="477"/>
                    <a:pt x="279" y="477"/>
                    <a:pt x="286" y="470"/>
                  </a:cubicBezTo>
                  <a:cubicBezTo>
                    <a:pt x="293" y="464"/>
                    <a:pt x="296" y="453"/>
                    <a:pt x="294" y="441"/>
                  </a:cubicBezTo>
                  <a:cubicBezTo>
                    <a:pt x="292" y="429"/>
                    <a:pt x="287" y="418"/>
                    <a:pt x="279" y="411"/>
                  </a:cubicBezTo>
                  <a:cubicBezTo>
                    <a:pt x="272" y="404"/>
                    <a:pt x="263" y="401"/>
                    <a:pt x="254" y="400"/>
                  </a:cubicBezTo>
                  <a:cubicBezTo>
                    <a:pt x="247" y="360"/>
                    <a:pt x="244" y="278"/>
                    <a:pt x="243" y="228"/>
                  </a:cubicBezTo>
                  <a:cubicBezTo>
                    <a:pt x="243" y="220"/>
                    <a:pt x="242" y="214"/>
                    <a:pt x="242" y="208"/>
                  </a:cubicBezTo>
                  <a:cubicBezTo>
                    <a:pt x="294" y="217"/>
                    <a:pt x="294" y="217"/>
                    <a:pt x="294" y="217"/>
                  </a:cubicBezTo>
                  <a:cubicBezTo>
                    <a:pt x="294" y="240"/>
                    <a:pt x="294" y="240"/>
                    <a:pt x="294" y="240"/>
                  </a:cubicBezTo>
                  <a:cubicBezTo>
                    <a:pt x="302" y="244"/>
                    <a:pt x="302" y="244"/>
                    <a:pt x="302" y="244"/>
                  </a:cubicBezTo>
                  <a:cubicBezTo>
                    <a:pt x="369" y="275"/>
                    <a:pt x="413" y="344"/>
                    <a:pt x="413" y="418"/>
                  </a:cubicBezTo>
                  <a:cubicBezTo>
                    <a:pt x="413" y="524"/>
                    <a:pt x="326" y="610"/>
                    <a:pt x="220" y="610"/>
                  </a:cubicBezTo>
                  <a:cubicBezTo>
                    <a:pt x="114" y="610"/>
                    <a:pt x="28" y="524"/>
                    <a:pt x="28" y="418"/>
                  </a:cubicBezTo>
                  <a:cubicBezTo>
                    <a:pt x="28" y="344"/>
                    <a:pt x="70" y="278"/>
                    <a:pt x="136" y="245"/>
                  </a:cubicBezTo>
                  <a:close/>
                  <a:moveTo>
                    <a:pt x="168" y="422"/>
                  </a:moveTo>
                  <a:cubicBezTo>
                    <a:pt x="165" y="431"/>
                    <a:pt x="163" y="438"/>
                    <a:pt x="160" y="443"/>
                  </a:cubicBezTo>
                  <a:cubicBezTo>
                    <a:pt x="154" y="454"/>
                    <a:pt x="148" y="455"/>
                    <a:pt x="145" y="452"/>
                  </a:cubicBezTo>
                  <a:cubicBezTo>
                    <a:pt x="144" y="451"/>
                    <a:pt x="143" y="449"/>
                    <a:pt x="143" y="447"/>
                  </a:cubicBezTo>
                  <a:cubicBezTo>
                    <a:pt x="144" y="439"/>
                    <a:pt x="147" y="434"/>
                    <a:pt x="152" y="429"/>
                  </a:cubicBezTo>
                  <a:cubicBezTo>
                    <a:pt x="156" y="425"/>
                    <a:pt x="162" y="423"/>
                    <a:pt x="168" y="422"/>
                  </a:cubicBezTo>
                  <a:close/>
                  <a:moveTo>
                    <a:pt x="258" y="422"/>
                  </a:moveTo>
                  <a:cubicBezTo>
                    <a:pt x="264" y="423"/>
                    <a:pt x="269" y="425"/>
                    <a:pt x="273" y="429"/>
                  </a:cubicBezTo>
                  <a:cubicBezTo>
                    <a:pt x="278" y="434"/>
                    <a:pt x="281" y="439"/>
                    <a:pt x="282" y="447"/>
                  </a:cubicBezTo>
                  <a:cubicBezTo>
                    <a:pt x="283" y="449"/>
                    <a:pt x="282" y="451"/>
                    <a:pt x="280" y="452"/>
                  </a:cubicBezTo>
                  <a:cubicBezTo>
                    <a:pt x="277" y="455"/>
                    <a:pt x="271" y="454"/>
                    <a:pt x="265" y="443"/>
                  </a:cubicBezTo>
                  <a:cubicBezTo>
                    <a:pt x="262" y="438"/>
                    <a:pt x="260" y="431"/>
                    <a:pt x="258" y="422"/>
                  </a:cubicBezTo>
                  <a:close/>
                </a:path>
              </a:pathLst>
            </a:custGeom>
            <a:grpFill/>
            <a:ln>
              <a:solidFill>
                <a:schemeClr val="accent6">
                  <a:lumMod val="75000"/>
                </a:schemeClr>
              </a:solidFill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chemeClr val="accent6">
                    <a:lumMod val="50000"/>
                  </a:schemeClr>
                </a:solidFill>
              </a:endParaRPr>
            </a:p>
          </p:txBody>
        </p:sp>
        <p:sp>
          <p:nvSpPr>
            <p:cNvPr id="31" name="Freeform 7"/>
            <p:cNvSpPr/>
            <p:nvPr>
              <p:custDataLst>
                <p:tags r:id="rId45"/>
              </p:custDataLst>
            </p:nvPr>
          </p:nvSpPr>
          <p:spPr bwMode="auto">
            <a:xfrm>
              <a:off x="2145" y="1578"/>
              <a:ext cx="164" cy="42"/>
            </a:xfrm>
            <a:custGeom>
              <a:avLst/>
              <a:gdLst>
                <a:gd name="T0" fmla="*/ 0 w 126"/>
                <a:gd name="T1" fmla="*/ 16 h 33"/>
                <a:gd name="T2" fmla="*/ 17 w 126"/>
                <a:gd name="T3" fmla="*/ 33 h 33"/>
                <a:gd name="T4" fmla="*/ 109 w 126"/>
                <a:gd name="T5" fmla="*/ 33 h 33"/>
                <a:gd name="T6" fmla="*/ 126 w 126"/>
                <a:gd name="T7" fmla="*/ 16 h 33"/>
                <a:gd name="T8" fmla="*/ 109 w 126"/>
                <a:gd name="T9" fmla="*/ 0 h 33"/>
                <a:gd name="T10" fmla="*/ 17 w 126"/>
                <a:gd name="T11" fmla="*/ 0 h 33"/>
                <a:gd name="T12" fmla="*/ 0 w 126"/>
                <a:gd name="T13" fmla="*/ 16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6" h="33">
                  <a:moveTo>
                    <a:pt x="0" y="16"/>
                  </a:moveTo>
                  <a:cubicBezTo>
                    <a:pt x="0" y="25"/>
                    <a:pt x="7" y="33"/>
                    <a:pt x="17" y="33"/>
                  </a:cubicBezTo>
                  <a:cubicBezTo>
                    <a:pt x="109" y="33"/>
                    <a:pt x="109" y="33"/>
                    <a:pt x="109" y="33"/>
                  </a:cubicBezTo>
                  <a:cubicBezTo>
                    <a:pt x="118" y="33"/>
                    <a:pt x="126" y="25"/>
                    <a:pt x="126" y="16"/>
                  </a:cubicBezTo>
                  <a:cubicBezTo>
                    <a:pt x="126" y="7"/>
                    <a:pt x="118" y="0"/>
                    <a:pt x="109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7" y="0"/>
                    <a:pt x="0" y="7"/>
                    <a:pt x="0" y="16"/>
                  </a:cubicBezTo>
                  <a:close/>
                </a:path>
              </a:pathLst>
            </a:custGeom>
            <a:grpFill/>
            <a:ln>
              <a:solidFill>
                <a:schemeClr val="accent6">
                  <a:lumMod val="75000"/>
                </a:schemeClr>
              </a:solidFill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chemeClr val="accent6">
                    <a:lumMod val="50000"/>
                  </a:schemeClr>
                </a:solidFill>
              </a:endParaRPr>
            </a:p>
          </p:txBody>
        </p:sp>
        <p:sp>
          <p:nvSpPr>
            <p:cNvPr id="41" name="Freeform 8"/>
            <p:cNvSpPr/>
            <p:nvPr>
              <p:custDataLst>
                <p:tags r:id="rId46"/>
              </p:custDataLst>
            </p:nvPr>
          </p:nvSpPr>
          <p:spPr bwMode="auto">
            <a:xfrm>
              <a:off x="1763" y="1882"/>
              <a:ext cx="44" cy="160"/>
            </a:xfrm>
            <a:custGeom>
              <a:avLst/>
              <a:gdLst>
                <a:gd name="T0" fmla="*/ 17 w 34"/>
                <a:gd name="T1" fmla="*/ 0 h 123"/>
                <a:gd name="T2" fmla="*/ 0 w 34"/>
                <a:gd name="T3" fmla="*/ 16 h 123"/>
                <a:gd name="T4" fmla="*/ 0 w 34"/>
                <a:gd name="T5" fmla="*/ 106 h 123"/>
                <a:gd name="T6" fmla="*/ 17 w 34"/>
                <a:gd name="T7" fmla="*/ 123 h 123"/>
                <a:gd name="T8" fmla="*/ 34 w 34"/>
                <a:gd name="T9" fmla="*/ 106 h 123"/>
                <a:gd name="T10" fmla="*/ 34 w 34"/>
                <a:gd name="T11" fmla="*/ 16 h 123"/>
                <a:gd name="T12" fmla="*/ 17 w 34"/>
                <a:gd name="T13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4" h="123">
                  <a:moveTo>
                    <a:pt x="17" y="0"/>
                  </a:moveTo>
                  <a:cubicBezTo>
                    <a:pt x="7" y="0"/>
                    <a:pt x="0" y="7"/>
                    <a:pt x="0" y="16"/>
                  </a:cubicBezTo>
                  <a:cubicBezTo>
                    <a:pt x="0" y="106"/>
                    <a:pt x="0" y="106"/>
                    <a:pt x="0" y="106"/>
                  </a:cubicBezTo>
                  <a:cubicBezTo>
                    <a:pt x="0" y="115"/>
                    <a:pt x="7" y="123"/>
                    <a:pt x="17" y="123"/>
                  </a:cubicBezTo>
                  <a:cubicBezTo>
                    <a:pt x="26" y="123"/>
                    <a:pt x="34" y="115"/>
                    <a:pt x="34" y="106"/>
                  </a:cubicBezTo>
                  <a:cubicBezTo>
                    <a:pt x="34" y="16"/>
                    <a:pt x="34" y="16"/>
                    <a:pt x="34" y="16"/>
                  </a:cubicBezTo>
                  <a:cubicBezTo>
                    <a:pt x="34" y="7"/>
                    <a:pt x="26" y="0"/>
                    <a:pt x="17" y="0"/>
                  </a:cubicBezTo>
                  <a:close/>
                </a:path>
              </a:pathLst>
            </a:custGeom>
            <a:grpFill/>
            <a:ln>
              <a:solidFill>
                <a:schemeClr val="accent6">
                  <a:lumMod val="75000"/>
                </a:schemeClr>
              </a:solidFill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chemeClr val="accent6">
                    <a:lumMod val="50000"/>
                  </a:schemeClr>
                </a:solidFill>
              </a:endParaRPr>
            </a:p>
          </p:txBody>
        </p:sp>
        <p:sp>
          <p:nvSpPr>
            <p:cNvPr id="42" name="Freeform 9"/>
            <p:cNvSpPr/>
            <p:nvPr>
              <p:custDataLst>
                <p:tags r:id="rId47"/>
              </p:custDataLst>
            </p:nvPr>
          </p:nvSpPr>
          <p:spPr bwMode="auto">
            <a:xfrm>
              <a:off x="1308" y="1557"/>
              <a:ext cx="165" cy="44"/>
            </a:xfrm>
            <a:custGeom>
              <a:avLst/>
              <a:gdLst>
                <a:gd name="T0" fmla="*/ 17 w 127"/>
                <a:gd name="T1" fmla="*/ 34 h 34"/>
                <a:gd name="T2" fmla="*/ 110 w 127"/>
                <a:gd name="T3" fmla="*/ 34 h 34"/>
                <a:gd name="T4" fmla="*/ 127 w 127"/>
                <a:gd name="T5" fmla="*/ 17 h 34"/>
                <a:gd name="T6" fmla="*/ 110 w 127"/>
                <a:gd name="T7" fmla="*/ 0 h 34"/>
                <a:gd name="T8" fmla="*/ 17 w 127"/>
                <a:gd name="T9" fmla="*/ 0 h 34"/>
                <a:gd name="T10" fmla="*/ 0 w 127"/>
                <a:gd name="T11" fmla="*/ 17 h 34"/>
                <a:gd name="T12" fmla="*/ 17 w 127"/>
                <a:gd name="T13" fmla="*/ 34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7" h="34">
                  <a:moveTo>
                    <a:pt x="17" y="34"/>
                  </a:moveTo>
                  <a:cubicBezTo>
                    <a:pt x="110" y="34"/>
                    <a:pt x="110" y="34"/>
                    <a:pt x="110" y="34"/>
                  </a:cubicBezTo>
                  <a:cubicBezTo>
                    <a:pt x="119" y="34"/>
                    <a:pt x="127" y="26"/>
                    <a:pt x="127" y="17"/>
                  </a:cubicBezTo>
                  <a:cubicBezTo>
                    <a:pt x="127" y="8"/>
                    <a:pt x="119" y="0"/>
                    <a:pt x="110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8" y="0"/>
                    <a:pt x="0" y="8"/>
                    <a:pt x="0" y="17"/>
                  </a:cubicBezTo>
                  <a:cubicBezTo>
                    <a:pt x="0" y="26"/>
                    <a:pt x="8" y="34"/>
                    <a:pt x="17" y="34"/>
                  </a:cubicBezTo>
                  <a:close/>
                </a:path>
              </a:pathLst>
            </a:custGeom>
            <a:grpFill/>
            <a:ln>
              <a:solidFill>
                <a:schemeClr val="accent6">
                  <a:lumMod val="75000"/>
                </a:schemeClr>
              </a:solidFill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chemeClr val="accent6">
                    <a:lumMod val="50000"/>
                  </a:schemeClr>
                </a:solidFill>
              </a:endParaRPr>
            </a:p>
          </p:txBody>
        </p:sp>
        <p:sp>
          <p:nvSpPr>
            <p:cNvPr id="53" name="Freeform 10"/>
            <p:cNvSpPr/>
            <p:nvPr>
              <p:custDataLst>
                <p:tags r:id="rId48"/>
              </p:custDataLst>
            </p:nvPr>
          </p:nvSpPr>
          <p:spPr bwMode="auto">
            <a:xfrm>
              <a:off x="1403" y="1231"/>
              <a:ext cx="145" cy="117"/>
            </a:xfrm>
            <a:custGeom>
              <a:avLst/>
              <a:gdLst>
                <a:gd name="T0" fmla="*/ 9 w 112"/>
                <a:gd name="T1" fmla="*/ 30 h 90"/>
                <a:gd name="T2" fmla="*/ 83 w 112"/>
                <a:gd name="T3" fmla="*/ 84 h 90"/>
                <a:gd name="T4" fmla="*/ 107 w 112"/>
                <a:gd name="T5" fmla="*/ 81 h 90"/>
                <a:gd name="T6" fmla="*/ 103 w 112"/>
                <a:gd name="T7" fmla="*/ 58 h 90"/>
                <a:gd name="T8" fmla="*/ 30 w 112"/>
                <a:gd name="T9" fmla="*/ 3 h 90"/>
                <a:gd name="T10" fmla="*/ 20 w 112"/>
                <a:gd name="T11" fmla="*/ 0 h 90"/>
                <a:gd name="T12" fmla="*/ 6 w 112"/>
                <a:gd name="T13" fmla="*/ 7 h 90"/>
                <a:gd name="T14" fmla="*/ 9 w 112"/>
                <a:gd name="T15" fmla="*/ 3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2" h="90">
                  <a:moveTo>
                    <a:pt x="9" y="30"/>
                  </a:moveTo>
                  <a:cubicBezTo>
                    <a:pt x="83" y="84"/>
                    <a:pt x="83" y="84"/>
                    <a:pt x="83" y="84"/>
                  </a:cubicBezTo>
                  <a:cubicBezTo>
                    <a:pt x="90" y="90"/>
                    <a:pt x="101" y="88"/>
                    <a:pt x="107" y="81"/>
                  </a:cubicBezTo>
                  <a:cubicBezTo>
                    <a:pt x="112" y="74"/>
                    <a:pt x="111" y="63"/>
                    <a:pt x="103" y="58"/>
                  </a:cubicBezTo>
                  <a:cubicBezTo>
                    <a:pt x="30" y="3"/>
                    <a:pt x="30" y="3"/>
                    <a:pt x="30" y="3"/>
                  </a:cubicBezTo>
                  <a:cubicBezTo>
                    <a:pt x="27" y="1"/>
                    <a:pt x="23" y="0"/>
                    <a:pt x="20" y="0"/>
                  </a:cubicBezTo>
                  <a:cubicBezTo>
                    <a:pt x="14" y="0"/>
                    <a:pt x="9" y="2"/>
                    <a:pt x="6" y="7"/>
                  </a:cubicBezTo>
                  <a:cubicBezTo>
                    <a:pt x="0" y="14"/>
                    <a:pt x="2" y="24"/>
                    <a:pt x="9" y="30"/>
                  </a:cubicBezTo>
                  <a:close/>
                </a:path>
              </a:pathLst>
            </a:custGeom>
            <a:grpFill/>
            <a:ln>
              <a:solidFill>
                <a:schemeClr val="accent6">
                  <a:lumMod val="75000"/>
                </a:schemeClr>
              </a:solidFill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chemeClr val="accent6">
                    <a:lumMod val="50000"/>
                  </a:schemeClr>
                </a:solidFill>
              </a:endParaRPr>
            </a:p>
          </p:txBody>
        </p:sp>
        <p:sp>
          <p:nvSpPr>
            <p:cNvPr id="54" name="Freeform 11"/>
            <p:cNvSpPr/>
            <p:nvPr>
              <p:custDataLst>
                <p:tags r:id="rId49"/>
              </p:custDataLst>
            </p:nvPr>
          </p:nvSpPr>
          <p:spPr bwMode="auto">
            <a:xfrm>
              <a:off x="2073" y="1231"/>
              <a:ext cx="145" cy="117"/>
            </a:xfrm>
            <a:custGeom>
              <a:avLst/>
              <a:gdLst>
                <a:gd name="T0" fmla="*/ 29 w 112"/>
                <a:gd name="T1" fmla="*/ 84 h 90"/>
                <a:gd name="T2" fmla="*/ 103 w 112"/>
                <a:gd name="T3" fmla="*/ 30 h 90"/>
                <a:gd name="T4" fmla="*/ 106 w 112"/>
                <a:gd name="T5" fmla="*/ 7 h 90"/>
                <a:gd name="T6" fmla="*/ 92 w 112"/>
                <a:gd name="T7" fmla="*/ 0 h 90"/>
                <a:gd name="T8" fmla="*/ 82 w 112"/>
                <a:gd name="T9" fmla="*/ 3 h 90"/>
                <a:gd name="T10" fmla="*/ 9 w 112"/>
                <a:gd name="T11" fmla="*/ 58 h 90"/>
                <a:gd name="T12" fmla="*/ 5 w 112"/>
                <a:gd name="T13" fmla="*/ 81 h 90"/>
                <a:gd name="T14" fmla="*/ 29 w 112"/>
                <a:gd name="T15" fmla="*/ 84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2" h="90">
                  <a:moveTo>
                    <a:pt x="29" y="84"/>
                  </a:moveTo>
                  <a:cubicBezTo>
                    <a:pt x="103" y="30"/>
                    <a:pt x="103" y="30"/>
                    <a:pt x="103" y="30"/>
                  </a:cubicBezTo>
                  <a:cubicBezTo>
                    <a:pt x="110" y="24"/>
                    <a:pt x="112" y="14"/>
                    <a:pt x="106" y="7"/>
                  </a:cubicBezTo>
                  <a:cubicBezTo>
                    <a:pt x="103" y="2"/>
                    <a:pt x="98" y="0"/>
                    <a:pt x="92" y="0"/>
                  </a:cubicBezTo>
                  <a:cubicBezTo>
                    <a:pt x="89" y="0"/>
                    <a:pt x="85" y="1"/>
                    <a:pt x="82" y="3"/>
                  </a:cubicBezTo>
                  <a:cubicBezTo>
                    <a:pt x="9" y="58"/>
                    <a:pt x="9" y="58"/>
                    <a:pt x="9" y="58"/>
                  </a:cubicBezTo>
                  <a:cubicBezTo>
                    <a:pt x="1" y="63"/>
                    <a:pt x="0" y="74"/>
                    <a:pt x="5" y="81"/>
                  </a:cubicBezTo>
                  <a:cubicBezTo>
                    <a:pt x="11" y="88"/>
                    <a:pt x="22" y="90"/>
                    <a:pt x="29" y="84"/>
                  </a:cubicBezTo>
                  <a:close/>
                </a:path>
              </a:pathLst>
            </a:custGeom>
            <a:grpFill/>
            <a:ln>
              <a:solidFill>
                <a:schemeClr val="accent6">
                  <a:lumMod val="75000"/>
                </a:schemeClr>
              </a:solidFill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chemeClr val="accent6">
                    <a:lumMod val="50000"/>
                  </a:schemeClr>
                </a:solidFill>
              </a:endParaRPr>
            </a:p>
          </p:txBody>
        </p:sp>
        <p:sp>
          <p:nvSpPr>
            <p:cNvPr id="65" name="Freeform 12"/>
            <p:cNvSpPr/>
            <p:nvPr>
              <p:custDataLst>
                <p:tags r:id="rId50"/>
              </p:custDataLst>
            </p:nvPr>
          </p:nvSpPr>
          <p:spPr bwMode="auto">
            <a:xfrm>
              <a:off x="1431" y="1813"/>
              <a:ext cx="134" cy="128"/>
            </a:xfrm>
            <a:custGeom>
              <a:avLst/>
              <a:gdLst>
                <a:gd name="T0" fmla="*/ 84 w 103"/>
                <a:gd name="T1" fmla="*/ 0 h 98"/>
                <a:gd name="T2" fmla="*/ 72 w 103"/>
                <a:gd name="T3" fmla="*/ 4 h 98"/>
                <a:gd name="T4" fmla="*/ 7 w 103"/>
                <a:gd name="T5" fmla="*/ 68 h 98"/>
                <a:gd name="T6" fmla="*/ 7 w 103"/>
                <a:gd name="T7" fmla="*/ 91 h 98"/>
                <a:gd name="T8" fmla="*/ 31 w 103"/>
                <a:gd name="T9" fmla="*/ 91 h 98"/>
                <a:gd name="T10" fmla="*/ 96 w 103"/>
                <a:gd name="T11" fmla="*/ 28 h 98"/>
                <a:gd name="T12" fmla="*/ 96 w 103"/>
                <a:gd name="T13" fmla="*/ 4 h 98"/>
                <a:gd name="T14" fmla="*/ 84 w 103"/>
                <a:gd name="T15" fmla="*/ 0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3" h="98">
                  <a:moveTo>
                    <a:pt x="84" y="0"/>
                  </a:moveTo>
                  <a:cubicBezTo>
                    <a:pt x="80" y="0"/>
                    <a:pt x="75" y="1"/>
                    <a:pt x="72" y="4"/>
                  </a:cubicBezTo>
                  <a:cubicBezTo>
                    <a:pt x="7" y="68"/>
                    <a:pt x="7" y="68"/>
                    <a:pt x="7" y="68"/>
                  </a:cubicBezTo>
                  <a:cubicBezTo>
                    <a:pt x="0" y="74"/>
                    <a:pt x="0" y="85"/>
                    <a:pt x="7" y="91"/>
                  </a:cubicBezTo>
                  <a:cubicBezTo>
                    <a:pt x="13" y="98"/>
                    <a:pt x="24" y="98"/>
                    <a:pt x="31" y="91"/>
                  </a:cubicBezTo>
                  <a:cubicBezTo>
                    <a:pt x="96" y="28"/>
                    <a:pt x="96" y="28"/>
                    <a:pt x="96" y="28"/>
                  </a:cubicBezTo>
                  <a:cubicBezTo>
                    <a:pt x="103" y="21"/>
                    <a:pt x="103" y="11"/>
                    <a:pt x="96" y="4"/>
                  </a:cubicBezTo>
                  <a:cubicBezTo>
                    <a:pt x="93" y="1"/>
                    <a:pt x="88" y="0"/>
                    <a:pt x="84" y="0"/>
                  </a:cubicBezTo>
                  <a:close/>
                </a:path>
              </a:pathLst>
            </a:custGeom>
            <a:grpFill/>
            <a:ln>
              <a:solidFill>
                <a:schemeClr val="accent6">
                  <a:lumMod val="75000"/>
                </a:schemeClr>
              </a:solidFill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chemeClr val="accent6">
                    <a:lumMod val="50000"/>
                  </a:schemeClr>
                </a:solidFill>
              </a:endParaRPr>
            </a:p>
          </p:txBody>
        </p:sp>
        <p:sp>
          <p:nvSpPr>
            <p:cNvPr id="66" name="Freeform 13"/>
            <p:cNvSpPr/>
            <p:nvPr>
              <p:custDataLst>
                <p:tags r:id="rId51"/>
              </p:custDataLst>
            </p:nvPr>
          </p:nvSpPr>
          <p:spPr bwMode="auto">
            <a:xfrm>
              <a:off x="2043" y="1813"/>
              <a:ext cx="132" cy="128"/>
            </a:xfrm>
            <a:custGeom>
              <a:avLst/>
              <a:gdLst>
                <a:gd name="T0" fmla="*/ 31 w 102"/>
                <a:gd name="T1" fmla="*/ 4 h 98"/>
                <a:gd name="T2" fmla="*/ 19 w 102"/>
                <a:gd name="T3" fmla="*/ 0 h 98"/>
                <a:gd name="T4" fmla="*/ 7 w 102"/>
                <a:gd name="T5" fmla="*/ 4 h 98"/>
                <a:gd name="T6" fmla="*/ 7 w 102"/>
                <a:gd name="T7" fmla="*/ 28 h 98"/>
                <a:gd name="T8" fmla="*/ 72 w 102"/>
                <a:gd name="T9" fmla="*/ 91 h 98"/>
                <a:gd name="T10" fmla="*/ 96 w 102"/>
                <a:gd name="T11" fmla="*/ 91 h 98"/>
                <a:gd name="T12" fmla="*/ 96 w 102"/>
                <a:gd name="T13" fmla="*/ 68 h 98"/>
                <a:gd name="T14" fmla="*/ 31 w 102"/>
                <a:gd name="T15" fmla="*/ 4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2" h="98">
                  <a:moveTo>
                    <a:pt x="31" y="4"/>
                  </a:moveTo>
                  <a:cubicBezTo>
                    <a:pt x="27" y="1"/>
                    <a:pt x="23" y="0"/>
                    <a:pt x="19" y="0"/>
                  </a:cubicBezTo>
                  <a:cubicBezTo>
                    <a:pt x="14" y="0"/>
                    <a:pt x="10" y="1"/>
                    <a:pt x="7" y="4"/>
                  </a:cubicBezTo>
                  <a:cubicBezTo>
                    <a:pt x="0" y="11"/>
                    <a:pt x="0" y="21"/>
                    <a:pt x="7" y="28"/>
                  </a:cubicBezTo>
                  <a:cubicBezTo>
                    <a:pt x="72" y="91"/>
                    <a:pt x="72" y="91"/>
                    <a:pt x="72" y="91"/>
                  </a:cubicBezTo>
                  <a:cubicBezTo>
                    <a:pt x="78" y="98"/>
                    <a:pt x="89" y="98"/>
                    <a:pt x="96" y="91"/>
                  </a:cubicBezTo>
                  <a:cubicBezTo>
                    <a:pt x="102" y="85"/>
                    <a:pt x="102" y="74"/>
                    <a:pt x="96" y="68"/>
                  </a:cubicBezTo>
                  <a:lnTo>
                    <a:pt x="31" y="4"/>
                  </a:lnTo>
                  <a:close/>
                </a:path>
              </a:pathLst>
            </a:custGeom>
            <a:grpFill/>
            <a:ln>
              <a:solidFill>
                <a:schemeClr val="accent6">
                  <a:lumMod val="75000"/>
                </a:schemeClr>
              </a:solidFill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chemeClr val="accent6">
                    <a:lumMod val="50000"/>
                  </a:schemeClr>
                </a:solidFill>
              </a:endParaRPr>
            </a:p>
          </p:txBody>
        </p:sp>
      </p:grpSp>
      <p:sp>
        <p:nvSpPr>
          <p:cNvPr id="67" name="文本框 66"/>
          <p:cNvSpPr txBox="1"/>
          <p:nvPr>
            <p:custDataLst>
              <p:tags r:id="rId52"/>
            </p:custDataLst>
          </p:nvPr>
        </p:nvSpPr>
        <p:spPr>
          <a:xfrm>
            <a:off x="6621954" y="5202828"/>
            <a:ext cx="3496729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2800" b="1" dirty="0">
                <a:solidFill>
                  <a:schemeClr val="accent6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4.</a:t>
            </a:r>
            <a:r>
              <a:rPr lang="zh-CN" altLang="en-US" sz="2800" b="1" dirty="0">
                <a:solidFill>
                  <a:schemeClr val="accent6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总结展望</a:t>
            </a:r>
            <a:endParaRPr lang="zh-CN" altLang="en-US" sz="2800" b="1" dirty="0">
              <a:solidFill>
                <a:schemeClr val="accent6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 advClick="0"/>
    </mc:Choice>
    <mc:Fallback>
      <p:transition spd="med" advClick="0"/>
    </mc:Fallback>
  </mc:AlternateContent>
  <p:timing>
    <p:tnLst>
      <p:par>
        <p:cTn id="1" dur="indefinite" restart="never" nodeType="tmRoot"/>
      </p:par>
    </p:tnLst>
    <p:bldLst>
      <p:bldP spid="2" grpId="0" bldLvl="0" animBg="1"/>
      <p:bldP spid="3" grpId="0" bldLvl="0" animBg="1"/>
      <p:bldP spid="4" grpId="0"/>
      <p:bldP spid="5" grpId="0" bldLvl="0" animBg="1"/>
      <p:bldP spid="6" grpId="0" bldLvl="0" animBg="1"/>
      <p:bldP spid="7" grpId="0"/>
      <p:bldP spid="8" grpId="0" bldLvl="0" animBg="1"/>
      <p:bldP spid="9" grpId="0" bldLvl="0" animBg="1"/>
      <p:bldP spid="10" grpId="0"/>
      <p:bldP spid="16" grpId="0"/>
      <p:bldP spid="13" grpId="0" bldLvl="0" animBg="1"/>
      <p:bldP spid="14" grpId="0" bldLvl="0" animBg="1"/>
      <p:bldP spid="6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/>
        </p:nvSpPr>
        <p:spPr>
          <a:xfrm>
            <a:off x="4509135" y="-627380"/>
            <a:ext cx="3867785" cy="77241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9600" dirty="0">
                <a:gradFill>
                  <a:gsLst>
                    <a:gs pos="0">
                      <a:srgbClr val="CBE6DD"/>
                    </a:gs>
                    <a:gs pos="100000">
                      <a:srgbClr val="74A899"/>
                    </a:gs>
                  </a:gsLst>
                  <a:lin ang="10800000" scaled="0"/>
                </a:gradFill>
                <a:latin typeface="Impact" panose="020B0806030902050204" charset="0"/>
                <a:ea typeface="华文琥珀" panose="02010800040101010101" charset="-122"/>
              </a:rPr>
              <a:t>1</a:t>
            </a:r>
            <a:endParaRPr lang="en-US" altLang="zh-CN" sz="49600" dirty="0">
              <a:gradFill>
                <a:gsLst>
                  <a:gs pos="0">
                    <a:srgbClr val="CBE6DD"/>
                  </a:gs>
                  <a:gs pos="100000">
                    <a:srgbClr val="74A899"/>
                  </a:gs>
                </a:gsLst>
                <a:lin ang="10800000" scaled="0"/>
              </a:gradFill>
              <a:latin typeface="Impact" panose="020B0806030902050204" charset="0"/>
              <a:ea typeface="华文琥珀" panose="02010800040101010101" charset="-122"/>
            </a:endParaRPr>
          </a:p>
        </p:txBody>
      </p:sp>
      <p:pic>
        <p:nvPicPr>
          <p:cNvPr id="14" name="图片 13" descr="1cb5a94826d881d8f97b4bd614ba2311"/>
          <p:cNvPicPr>
            <a:picLocks noChangeAspect="1"/>
          </p:cNvPicPr>
          <p:nvPr/>
        </p:nvPicPr>
        <p:blipFill rotWithShape="1">
          <a:blip r:embed="rId1"/>
          <a:srcRect l="-467" t="70762" r="65" b="349"/>
          <a:stretch>
            <a:fillRect/>
          </a:stretch>
        </p:blipFill>
        <p:spPr>
          <a:xfrm>
            <a:off x="1331088" y="3310358"/>
            <a:ext cx="9479665" cy="954559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4528877" y="3405802"/>
            <a:ext cx="313477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b="1" kern="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研</a:t>
            </a:r>
            <a:r>
              <a:rPr lang="zh-CN" altLang="en-US" sz="2800" b="1" kern="1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究背景及</a:t>
            </a:r>
            <a:r>
              <a:rPr lang="zh-CN" altLang="en-US" sz="2800" b="1" kern="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意义</a:t>
            </a:r>
            <a:endParaRPr lang="zh-CN" altLang="en-US" sz="2800" dirty="0">
              <a:solidFill>
                <a:schemeClr val="bg1"/>
              </a:solidFill>
              <a:latin typeface="方正静蕾简体" panose="02000000000000000000" pitchFamily="2" charset="-122"/>
              <a:ea typeface="方正静蕾简体" panose="02000000000000000000" pitchFamily="2" charset="-122"/>
            </a:endParaRPr>
          </a:p>
        </p:txBody>
      </p:sp>
      <p:grpSp>
        <p:nvGrpSpPr>
          <p:cNvPr id="5" name="Group 4"/>
          <p:cNvGrpSpPr>
            <a:grpSpLocks noChangeAspect="1"/>
          </p:cNvGrpSpPr>
          <p:nvPr/>
        </p:nvGrpSpPr>
        <p:grpSpPr bwMode="auto">
          <a:xfrm flipV="1">
            <a:off x="5703098" y="2499053"/>
            <a:ext cx="739929" cy="763583"/>
            <a:chOff x="1308" y="1009"/>
            <a:chExt cx="1001" cy="1033"/>
          </a:xfrm>
          <a:noFill/>
        </p:grpSpPr>
        <p:sp>
          <p:nvSpPr>
            <p:cNvPr id="6" name="Freeform 5"/>
            <p:cNvSpPr/>
            <p:nvPr/>
          </p:nvSpPr>
          <p:spPr bwMode="auto">
            <a:xfrm>
              <a:off x="1533" y="1009"/>
              <a:ext cx="571" cy="830"/>
            </a:xfrm>
            <a:custGeom>
              <a:avLst/>
              <a:gdLst>
                <a:gd name="T0" fmla="*/ 404 w 439"/>
                <a:gd name="T1" fmla="*/ 298 h 638"/>
                <a:gd name="T2" fmla="*/ 321 w 439"/>
                <a:gd name="T3" fmla="*/ 223 h 638"/>
                <a:gd name="T4" fmla="*/ 321 w 439"/>
                <a:gd name="T5" fmla="*/ 50 h 638"/>
                <a:gd name="T6" fmla="*/ 318 w 439"/>
                <a:gd name="T7" fmla="*/ 41 h 638"/>
                <a:gd name="T8" fmla="*/ 221 w 439"/>
                <a:gd name="T9" fmla="*/ 0 h 638"/>
                <a:gd name="T10" fmla="*/ 118 w 439"/>
                <a:gd name="T11" fmla="*/ 40 h 638"/>
                <a:gd name="T12" fmla="*/ 114 w 439"/>
                <a:gd name="T13" fmla="*/ 50 h 638"/>
                <a:gd name="T14" fmla="*/ 114 w 439"/>
                <a:gd name="T15" fmla="*/ 225 h 638"/>
                <a:gd name="T16" fmla="*/ 34 w 439"/>
                <a:gd name="T17" fmla="*/ 300 h 638"/>
                <a:gd name="T18" fmla="*/ 0 w 439"/>
                <a:gd name="T19" fmla="*/ 418 h 638"/>
                <a:gd name="T20" fmla="*/ 220 w 439"/>
                <a:gd name="T21" fmla="*/ 638 h 638"/>
                <a:gd name="T22" fmla="*/ 439 w 439"/>
                <a:gd name="T23" fmla="*/ 418 h 638"/>
                <a:gd name="T24" fmla="*/ 404 w 439"/>
                <a:gd name="T25" fmla="*/ 298 h 6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9" h="638">
                  <a:moveTo>
                    <a:pt x="404" y="298"/>
                  </a:moveTo>
                  <a:cubicBezTo>
                    <a:pt x="383" y="267"/>
                    <a:pt x="355" y="241"/>
                    <a:pt x="321" y="223"/>
                  </a:cubicBezTo>
                  <a:cubicBezTo>
                    <a:pt x="321" y="222"/>
                    <a:pt x="321" y="50"/>
                    <a:pt x="321" y="50"/>
                  </a:cubicBezTo>
                  <a:cubicBezTo>
                    <a:pt x="321" y="47"/>
                    <a:pt x="320" y="44"/>
                    <a:pt x="318" y="41"/>
                  </a:cubicBezTo>
                  <a:cubicBezTo>
                    <a:pt x="316" y="39"/>
                    <a:pt x="282" y="0"/>
                    <a:pt x="221" y="0"/>
                  </a:cubicBezTo>
                  <a:cubicBezTo>
                    <a:pt x="162" y="0"/>
                    <a:pt x="120" y="38"/>
                    <a:pt x="118" y="40"/>
                  </a:cubicBezTo>
                  <a:cubicBezTo>
                    <a:pt x="116" y="43"/>
                    <a:pt x="114" y="46"/>
                    <a:pt x="114" y="50"/>
                  </a:cubicBezTo>
                  <a:cubicBezTo>
                    <a:pt x="114" y="50"/>
                    <a:pt x="114" y="223"/>
                    <a:pt x="114" y="225"/>
                  </a:cubicBezTo>
                  <a:cubicBezTo>
                    <a:pt x="81" y="243"/>
                    <a:pt x="54" y="269"/>
                    <a:pt x="34" y="300"/>
                  </a:cubicBezTo>
                  <a:cubicBezTo>
                    <a:pt x="11" y="335"/>
                    <a:pt x="0" y="376"/>
                    <a:pt x="0" y="418"/>
                  </a:cubicBezTo>
                  <a:cubicBezTo>
                    <a:pt x="0" y="539"/>
                    <a:pt x="98" y="638"/>
                    <a:pt x="220" y="638"/>
                  </a:cubicBezTo>
                  <a:cubicBezTo>
                    <a:pt x="341" y="638"/>
                    <a:pt x="439" y="539"/>
                    <a:pt x="439" y="418"/>
                  </a:cubicBezTo>
                  <a:cubicBezTo>
                    <a:pt x="439" y="375"/>
                    <a:pt x="427" y="334"/>
                    <a:pt x="404" y="298"/>
                  </a:cubicBezTo>
                  <a:close/>
                </a:path>
              </a:pathLst>
            </a:custGeom>
            <a:grpFill/>
            <a:ln>
              <a:solidFill>
                <a:schemeClr val="accent6">
                  <a:lumMod val="75000"/>
                </a:schemeClr>
              </a:solidFill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chemeClr val="accent6">
                    <a:lumMod val="50000"/>
                  </a:schemeClr>
                </a:solidFill>
              </a:endParaRPr>
            </a:p>
          </p:txBody>
        </p:sp>
        <p:sp>
          <p:nvSpPr>
            <p:cNvPr id="7" name="Freeform 6"/>
            <p:cNvSpPr>
              <a:spLocks noEditPoints="1"/>
            </p:cNvSpPr>
            <p:nvPr/>
          </p:nvSpPr>
          <p:spPr bwMode="auto">
            <a:xfrm>
              <a:off x="1526" y="1009"/>
              <a:ext cx="573" cy="830"/>
            </a:xfrm>
            <a:custGeom>
              <a:avLst/>
              <a:gdLst>
                <a:gd name="T0" fmla="*/ 440 w 440"/>
                <a:gd name="T1" fmla="*/ 418 h 638"/>
                <a:gd name="T2" fmla="*/ 322 w 440"/>
                <a:gd name="T3" fmla="*/ 223 h 638"/>
                <a:gd name="T4" fmla="*/ 319 w 440"/>
                <a:gd name="T5" fmla="*/ 41 h 638"/>
                <a:gd name="T6" fmla="*/ 119 w 440"/>
                <a:gd name="T7" fmla="*/ 40 h 638"/>
                <a:gd name="T8" fmla="*/ 114 w 440"/>
                <a:gd name="T9" fmla="*/ 225 h 638"/>
                <a:gd name="T10" fmla="*/ 0 w 440"/>
                <a:gd name="T11" fmla="*/ 418 h 638"/>
                <a:gd name="T12" fmla="*/ 143 w 440"/>
                <a:gd name="T13" fmla="*/ 75 h 638"/>
                <a:gd name="T14" fmla="*/ 294 w 440"/>
                <a:gd name="T15" fmla="*/ 134 h 638"/>
                <a:gd name="T16" fmla="*/ 143 w 440"/>
                <a:gd name="T17" fmla="*/ 75 h 638"/>
                <a:gd name="T18" fmla="*/ 294 w 440"/>
                <a:gd name="T19" fmla="*/ 162 h 638"/>
                <a:gd name="T20" fmla="*/ 294 w 440"/>
                <a:gd name="T21" fmla="*/ 189 h 638"/>
                <a:gd name="T22" fmla="*/ 143 w 440"/>
                <a:gd name="T23" fmla="*/ 134 h 638"/>
                <a:gd name="T24" fmla="*/ 213 w 440"/>
                <a:gd name="T25" fmla="*/ 411 h 638"/>
                <a:gd name="T26" fmla="*/ 184 w 440"/>
                <a:gd name="T27" fmla="*/ 400 h 638"/>
                <a:gd name="T28" fmla="*/ 196 w 440"/>
                <a:gd name="T29" fmla="*/ 200 h 638"/>
                <a:gd name="T30" fmla="*/ 230 w 440"/>
                <a:gd name="T31" fmla="*/ 228 h 638"/>
                <a:gd name="T32" fmla="*/ 218 w 440"/>
                <a:gd name="T33" fmla="*/ 408 h 638"/>
                <a:gd name="T34" fmla="*/ 213 w 440"/>
                <a:gd name="T35" fmla="*/ 459 h 638"/>
                <a:gd name="T36" fmla="*/ 213 w 440"/>
                <a:gd name="T37" fmla="*/ 435 h 638"/>
                <a:gd name="T38" fmla="*/ 136 w 440"/>
                <a:gd name="T39" fmla="*/ 245 h 638"/>
                <a:gd name="T40" fmla="*/ 143 w 440"/>
                <a:gd name="T41" fmla="*/ 191 h 638"/>
                <a:gd name="T42" fmla="*/ 183 w 440"/>
                <a:gd name="T43" fmla="*/ 228 h 638"/>
                <a:gd name="T44" fmla="*/ 146 w 440"/>
                <a:gd name="T45" fmla="*/ 411 h 638"/>
                <a:gd name="T46" fmla="*/ 139 w 440"/>
                <a:gd name="T47" fmla="*/ 470 h 638"/>
                <a:gd name="T48" fmla="*/ 181 w 440"/>
                <a:gd name="T49" fmla="*/ 421 h 638"/>
                <a:gd name="T50" fmla="*/ 188 w 440"/>
                <a:gd name="T51" fmla="*/ 450 h 638"/>
                <a:gd name="T52" fmla="*/ 237 w 440"/>
                <a:gd name="T53" fmla="*/ 450 h 638"/>
                <a:gd name="T54" fmla="*/ 245 w 440"/>
                <a:gd name="T55" fmla="*/ 421 h 638"/>
                <a:gd name="T56" fmla="*/ 286 w 440"/>
                <a:gd name="T57" fmla="*/ 470 h 638"/>
                <a:gd name="T58" fmla="*/ 279 w 440"/>
                <a:gd name="T59" fmla="*/ 411 h 638"/>
                <a:gd name="T60" fmla="*/ 243 w 440"/>
                <a:gd name="T61" fmla="*/ 228 h 638"/>
                <a:gd name="T62" fmla="*/ 294 w 440"/>
                <a:gd name="T63" fmla="*/ 217 h 638"/>
                <a:gd name="T64" fmla="*/ 302 w 440"/>
                <a:gd name="T65" fmla="*/ 244 h 638"/>
                <a:gd name="T66" fmla="*/ 220 w 440"/>
                <a:gd name="T67" fmla="*/ 610 h 638"/>
                <a:gd name="T68" fmla="*/ 136 w 440"/>
                <a:gd name="T69" fmla="*/ 245 h 638"/>
                <a:gd name="T70" fmla="*/ 160 w 440"/>
                <a:gd name="T71" fmla="*/ 443 h 638"/>
                <a:gd name="T72" fmla="*/ 143 w 440"/>
                <a:gd name="T73" fmla="*/ 447 h 638"/>
                <a:gd name="T74" fmla="*/ 168 w 440"/>
                <a:gd name="T75" fmla="*/ 422 h 638"/>
                <a:gd name="T76" fmla="*/ 273 w 440"/>
                <a:gd name="T77" fmla="*/ 429 h 638"/>
                <a:gd name="T78" fmla="*/ 280 w 440"/>
                <a:gd name="T79" fmla="*/ 452 h 638"/>
                <a:gd name="T80" fmla="*/ 258 w 440"/>
                <a:gd name="T81" fmla="*/ 422 h 6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40" h="638">
                  <a:moveTo>
                    <a:pt x="220" y="638"/>
                  </a:moveTo>
                  <a:cubicBezTo>
                    <a:pt x="342" y="638"/>
                    <a:pt x="440" y="539"/>
                    <a:pt x="440" y="418"/>
                  </a:cubicBezTo>
                  <a:cubicBezTo>
                    <a:pt x="440" y="375"/>
                    <a:pt x="428" y="334"/>
                    <a:pt x="405" y="298"/>
                  </a:cubicBezTo>
                  <a:cubicBezTo>
                    <a:pt x="384" y="267"/>
                    <a:pt x="356" y="241"/>
                    <a:pt x="322" y="223"/>
                  </a:cubicBezTo>
                  <a:cubicBezTo>
                    <a:pt x="322" y="222"/>
                    <a:pt x="322" y="50"/>
                    <a:pt x="322" y="50"/>
                  </a:cubicBezTo>
                  <a:cubicBezTo>
                    <a:pt x="322" y="47"/>
                    <a:pt x="321" y="44"/>
                    <a:pt x="319" y="41"/>
                  </a:cubicBezTo>
                  <a:cubicBezTo>
                    <a:pt x="317" y="39"/>
                    <a:pt x="283" y="0"/>
                    <a:pt x="222" y="0"/>
                  </a:cubicBezTo>
                  <a:cubicBezTo>
                    <a:pt x="162" y="0"/>
                    <a:pt x="121" y="38"/>
                    <a:pt x="119" y="40"/>
                  </a:cubicBezTo>
                  <a:cubicBezTo>
                    <a:pt x="117" y="43"/>
                    <a:pt x="115" y="46"/>
                    <a:pt x="115" y="50"/>
                  </a:cubicBezTo>
                  <a:cubicBezTo>
                    <a:pt x="115" y="50"/>
                    <a:pt x="115" y="223"/>
                    <a:pt x="114" y="225"/>
                  </a:cubicBezTo>
                  <a:cubicBezTo>
                    <a:pt x="82" y="243"/>
                    <a:pt x="55" y="269"/>
                    <a:pt x="35" y="300"/>
                  </a:cubicBezTo>
                  <a:cubicBezTo>
                    <a:pt x="12" y="335"/>
                    <a:pt x="0" y="376"/>
                    <a:pt x="0" y="418"/>
                  </a:cubicBezTo>
                  <a:cubicBezTo>
                    <a:pt x="0" y="539"/>
                    <a:pt x="99" y="638"/>
                    <a:pt x="220" y="638"/>
                  </a:cubicBezTo>
                  <a:close/>
                  <a:moveTo>
                    <a:pt x="143" y="75"/>
                  </a:moveTo>
                  <a:cubicBezTo>
                    <a:pt x="294" y="102"/>
                    <a:pt x="294" y="102"/>
                    <a:pt x="294" y="102"/>
                  </a:cubicBezTo>
                  <a:cubicBezTo>
                    <a:pt x="294" y="134"/>
                    <a:pt x="294" y="134"/>
                    <a:pt x="294" y="134"/>
                  </a:cubicBezTo>
                  <a:cubicBezTo>
                    <a:pt x="143" y="106"/>
                    <a:pt x="143" y="106"/>
                    <a:pt x="143" y="106"/>
                  </a:cubicBezTo>
                  <a:lnTo>
                    <a:pt x="143" y="75"/>
                  </a:lnTo>
                  <a:close/>
                  <a:moveTo>
                    <a:pt x="143" y="134"/>
                  </a:moveTo>
                  <a:cubicBezTo>
                    <a:pt x="294" y="162"/>
                    <a:pt x="294" y="162"/>
                    <a:pt x="294" y="162"/>
                  </a:cubicBezTo>
                  <a:cubicBezTo>
                    <a:pt x="294" y="180"/>
                    <a:pt x="294" y="180"/>
                    <a:pt x="294" y="180"/>
                  </a:cubicBezTo>
                  <a:cubicBezTo>
                    <a:pt x="294" y="189"/>
                    <a:pt x="294" y="189"/>
                    <a:pt x="294" y="189"/>
                  </a:cubicBezTo>
                  <a:cubicBezTo>
                    <a:pt x="143" y="163"/>
                    <a:pt x="143" y="163"/>
                    <a:pt x="143" y="163"/>
                  </a:cubicBezTo>
                  <a:lnTo>
                    <a:pt x="143" y="134"/>
                  </a:lnTo>
                  <a:close/>
                  <a:moveTo>
                    <a:pt x="218" y="408"/>
                  </a:moveTo>
                  <a:cubicBezTo>
                    <a:pt x="216" y="409"/>
                    <a:pt x="214" y="410"/>
                    <a:pt x="213" y="411"/>
                  </a:cubicBezTo>
                  <a:cubicBezTo>
                    <a:pt x="211" y="410"/>
                    <a:pt x="209" y="409"/>
                    <a:pt x="207" y="408"/>
                  </a:cubicBezTo>
                  <a:cubicBezTo>
                    <a:pt x="201" y="404"/>
                    <a:pt x="193" y="402"/>
                    <a:pt x="184" y="400"/>
                  </a:cubicBezTo>
                  <a:cubicBezTo>
                    <a:pt x="191" y="354"/>
                    <a:pt x="194" y="273"/>
                    <a:pt x="195" y="228"/>
                  </a:cubicBezTo>
                  <a:cubicBezTo>
                    <a:pt x="195" y="215"/>
                    <a:pt x="196" y="205"/>
                    <a:pt x="196" y="200"/>
                  </a:cubicBezTo>
                  <a:cubicBezTo>
                    <a:pt x="230" y="206"/>
                    <a:pt x="230" y="206"/>
                    <a:pt x="230" y="206"/>
                  </a:cubicBezTo>
                  <a:cubicBezTo>
                    <a:pt x="230" y="211"/>
                    <a:pt x="230" y="219"/>
                    <a:pt x="230" y="228"/>
                  </a:cubicBezTo>
                  <a:cubicBezTo>
                    <a:pt x="231" y="273"/>
                    <a:pt x="234" y="354"/>
                    <a:pt x="241" y="400"/>
                  </a:cubicBezTo>
                  <a:cubicBezTo>
                    <a:pt x="233" y="402"/>
                    <a:pt x="225" y="404"/>
                    <a:pt x="218" y="408"/>
                  </a:cubicBezTo>
                  <a:close/>
                  <a:moveTo>
                    <a:pt x="225" y="448"/>
                  </a:moveTo>
                  <a:cubicBezTo>
                    <a:pt x="224" y="452"/>
                    <a:pt x="218" y="459"/>
                    <a:pt x="213" y="459"/>
                  </a:cubicBezTo>
                  <a:cubicBezTo>
                    <a:pt x="208" y="459"/>
                    <a:pt x="201" y="452"/>
                    <a:pt x="201" y="448"/>
                  </a:cubicBezTo>
                  <a:cubicBezTo>
                    <a:pt x="201" y="445"/>
                    <a:pt x="204" y="439"/>
                    <a:pt x="213" y="435"/>
                  </a:cubicBezTo>
                  <a:cubicBezTo>
                    <a:pt x="221" y="439"/>
                    <a:pt x="225" y="445"/>
                    <a:pt x="225" y="448"/>
                  </a:cubicBezTo>
                  <a:close/>
                  <a:moveTo>
                    <a:pt x="136" y="245"/>
                  </a:moveTo>
                  <a:cubicBezTo>
                    <a:pt x="144" y="242"/>
                    <a:pt x="144" y="242"/>
                    <a:pt x="144" y="242"/>
                  </a:cubicBezTo>
                  <a:cubicBezTo>
                    <a:pt x="143" y="191"/>
                    <a:pt x="143" y="191"/>
                    <a:pt x="143" y="191"/>
                  </a:cubicBezTo>
                  <a:cubicBezTo>
                    <a:pt x="183" y="198"/>
                    <a:pt x="183" y="198"/>
                    <a:pt x="183" y="198"/>
                  </a:cubicBezTo>
                  <a:cubicBezTo>
                    <a:pt x="183" y="205"/>
                    <a:pt x="183" y="215"/>
                    <a:pt x="183" y="228"/>
                  </a:cubicBezTo>
                  <a:cubicBezTo>
                    <a:pt x="181" y="278"/>
                    <a:pt x="178" y="360"/>
                    <a:pt x="172" y="400"/>
                  </a:cubicBezTo>
                  <a:cubicBezTo>
                    <a:pt x="162" y="401"/>
                    <a:pt x="153" y="404"/>
                    <a:pt x="146" y="411"/>
                  </a:cubicBezTo>
                  <a:cubicBezTo>
                    <a:pt x="138" y="418"/>
                    <a:pt x="133" y="429"/>
                    <a:pt x="131" y="441"/>
                  </a:cubicBezTo>
                  <a:cubicBezTo>
                    <a:pt x="129" y="453"/>
                    <a:pt x="132" y="464"/>
                    <a:pt x="139" y="470"/>
                  </a:cubicBezTo>
                  <a:cubicBezTo>
                    <a:pt x="146" y="477"/>
                    <a:pt x="158" y="477"/>
                    <a:pt x="170" y="457"/>
                  </a:cubicBezTo>
                  <a:cubicBezTo>
                    <a:pt x="174" y="449"/>
                    <a:pt x="178" y="436"/>
                    <a:pt x="181" y="421"/>
                  </a:cubicBezTo>
                  <a:cubicBezTo>
                    <a:pt x="186" y="421"/>
                    <a:pt x="192" y="423"/>
                    <a:pt x="197" y="425"/>
                  </a:cubicBezTo>
                  <a:cubicBezTo>
                    <a:pt x="189" y="434"/>
                    <a:pt x="188" y="444"/>
                    <a:pt x="188" y="450"/>
                  </a:cubicBezTo>
                  <a:cubicBezTo>
                    <a:pt x="189" y="464"/>
                    <a:pt x="200" y="480"/>
                    <a:pt x="213" y="480"/>
                  </a:cubicBezTo>
                  <a:cubicBezTo>
                    <a:pt x="225" y="480"/>
                    <a:pt x="236" y="464"/>
                    <a:pt x="237" y="450"/>
                  </a:cubicBezTo>
                  <a:cubicBezTo>
                    <a:pt x="237" y="444"/>
                    <a:pt x="236" y="434"/>
                    <a:pt x="229" y="425"/>
                  </a:cubicBezTo>
                  <a:cubicBezTo>
                    <a:pt x="234" y="423"/>
                    <a:pt x="239" y="421"/>
                    <a:pt x="245" y="421"/>
                  </a:cubicBezTo>
                  <a:cubicBezTo>
                    <a:pt x="248" y="436"/>
                    <a:pt x="251" y="449"/>
                    <a:pt x="256" y="457"/>
                  </a:cubicBezTo>
                  <a:cubicBezTo>
                    <a:pt x="267" y="477"/>
                    <a:pt x="279" y="477"/>
                    <a:pt x="286" y="470"/>
                  </a:cubicBezTo>
                  <a:cubicBezTo>
                    <a:pt x="293" y="464"/>
                    <a:pt x="296" y="453"/>
                    <a:pt x="294" y="441"/>
                  </a:cubicBezTo>
                  <a:cubicBezTo>
                    <a:pt x="292" y="429"/>
                    <a:pt x="287" y="418"/>
                    <a:pt x="279" y="411"/>
                  </a:cubicBezTo>
                  <a:cubicBezTo>
                    <a:pt x="272" y="404"/>
                    <a:pt x="263" y="401"/>
                    <a:pt x="254" y="400"/>
                  </a:cubicBezTo>
                  <a:cubicBezTo>
                    <a:pt x="247" y="360"/>
                    <a:pt x="244" y="278"/>
                    <a:pt x="243" y="228"/>
                  </a:cubicBezTo>
                  <a:cubicBezTo>
                    <a:pt x="243" y="220"/>
                    <a:pt x="242" y="214"/>
                    <a:pt x="242" y="208"/>
                  </a:cubicBezTo>
                  <a:cubicBezTo>
                    <a:pt x="294" y="217"/>
                    <a:pt x="294" y="217"/>
                    <a:pt x="294" y="217"/>
                  </a:cubicBezTo>
                  <a:cubicBezTo>
                    <a:pt x="294" y="240"/>
                    <a:pt x="294" y="240"/>
                    <a:pt x="294" y="240"/>
                  </a:cubicBezTo>
                  <a:cubicBezTo>
                    <a:pt x="302" y="244"/>
                    <a:pt x="302" y="244"/>
                    <a:pt x="302" y="244"/>
                  </a:cubicBezTo>
                  <a:cubicBezTo>
                    <a:pt x="369" y="275"/>
                    <a:pt x="413" y="344"/>
                    <a:pt x="413" y="418"/>
                  </a:cubicBezTo>
                  <a:cubicBezTo>
                    <a:pt x="413" y="524"/>
                    <a:pt x="326" y="610"/>
                    <a:pt x="220" y="610"/>
                  </a:cubicBezTo>
                  <a:cubicBezTo>
                    <a:pt x="114" y="610"/>
                    <a:pt x="28" y="524"/>
                    <a:pt x="28" y="418"/>
                  </a:cubicBezTo>
                  <a:cubicBezTo>
                    <a:pt x="28" y="344"/>
                    <a:pt x="70" y="278"/>
                    <a:pt x="136" y="245"/>
                  </a:cubicBezTo>
                  <a:close/>
                  <a:moveTo>
                    <a:pt x="168" y="422"/>
                  </a:moveTo>
                  <a:cubicBezTo>
                    <a:pt x="165" y="431"/>
                    <a:pt x="163" y="438"/>
                    <a:pt x="160" y="443"/>
                  </a:cubicBezTo>
                  <a:cubicBezTo>
                    <a:pt x="154" y="454"/>
                    <a:pt x="148" y="455"/>
                    <a:pt x="145" y="452"/>
                  </a:cubicBezTo>
                  <a:cubicBezTo>
                    <a:pt x="144" y="451"/>
                    <a:pt x="143" y="449"/>
                    <a:pt x="143" y="447"/>
                  </a:cubicBezTo>
                  <a:cubicBezTo>
                    <a:pt x="144" y="439"/>
                    <a:pt x="147" y="434"/>
                    <a:pt x="152" y="429"/>
                  </a:cubicBezTo>
                  <a:cubicBezTo>
                    <a:pt x="156" y="425"/>
                    <a:pt x="162" y="423"/>
                    <a:pt x="168" y="422"/>
                  </a:cubicBezTo>
                  <a:close/>
                  <a:moveTo>
                    <a:pt x="258" y="422"/>
                  </a:moveTo>
                  <a:cubicBezTo>
                    <a:pt x="264" y="423"/>
                    <a:pt x="269" y="425"/>
                    <a:pt x="273" y="429"/>
                  </a:cubicBezTo>
                  <a:cubicBezTo>
                    <a:pt x="278" y="434"/>
                    <a:pt x="281" y="439"/>
                    <a:pt x="282" y="447"/>
                  </a:cubicBezTo>
                  <a:cubicBezTo>
                    <a:pt x="283" y="449"/>
                    <a:pt x="282" y="451"/>
                    <a:pt x="280" y="452"/>
                  </a:cubicBezTo>
                  <a:cubicBezTo>
                    <a:pt x="277" y="455"/>
                    <a:pt x="271" y="454"/>
                    <a:pt x="265" y="443"/>
                  </a:cubicBezTo>
                  <a:cubicBezTo>
                    <a:pt x="262" y="438"/>
                    <a:pt x="260" y="431"/>
                    <a:pt x="258" y="422"/>
                  </a:cubicBezTo>
                  <a:close/>
                </a:path>
              </a:pathLst>
            </a:custGeom>
            <a:grpFill/>
            <a:ln>
              <a:solidFill>
                <a:schemeClr val="accent6">
                  <a:lumMod val="75000"/>
                </a:schemeClr>
              </a:solidFill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chemeClr val="accent6">
                    <a:lumMod val="50000"/>
                  </a:schemeClr>
                </a:solidFill>
              </a:endParaRPr>
            </a:p>
          </p:txBody>
        </p:sp>
        <p:sp>
          <p:nvSpPr>
            <p:cNvPr id="8" name="Freeform 7"/>
            <p:cNvSpPr/>
            <p:nvPr/>
          </p:nvSpPr>
          <p:spPr bwMode="auto">
            <a:xfrm>
              <a:off x="2145" y="1578"/>
              <a:ext cx="164" cy="42"/>
            </a:xfrm>
            <a:custGeom>
              <a:avLst/>
              <a:gdLst>
                <a:gd name="T0" fmla="*/ 0 w 126"/>
                <a:gd name="T1" fmla="*/ 16 h 33"/>
                <a:gd name="T2" fmla="*/ 17 w 126"/>
                <a:gd name="T3" fmla="*/ 33 h 33"/>
                <a:gd name="T4" fmla="*/ 109 w 126"/>
                <a:gd name="T5" fmla="*/ 33 h 33"/>
                <a:gd name="T6" fmla="*/ 126 w 126"/>
                <a:gd name="T7" fmla="*/ 16 h 33"/>
                <a:gd name="T8" fmla="*/ 109 w 126"/>
                <a:gd name="T9" fmla="*/ 0 h 33"/>
                <a:gd name="T10" fmla="*/ 17 w 126"/>
                <a:gd name="T11" fmla="*/ 0 h 33"/>
                <a:gd name="T12" fmla="*/ 0 w 126"/>
                <a:gd name="T13" fmla="*/ 16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6" h="33">
                  <a:moveTo>
                    <a:pt x="0" y="16"/>
                  </a:moveTo>
                  <a:cubicBezTo>
                    <a:pt x="0" y="25"/>
                    <a:pt x="7" y="33"/>
                    <a:pt x="17" y="33"/>
                  </a:cubicBezTo>
                  <a:cubicBezTo>
                    <a:pt x="109" y="33"/>
                    <a:pt x="109" y="33"/>
                    <a:pt x="109" y="33"/>
                  </a:cubicBezTo>
                  <a:cubicBezTo>
                    <a:pt x="118" y="33"/>
                    <a:pt x="126" y="25"/>
                    <a:pt x="126" y="16"/>
                  </a:cubicBezTo>
                  <a:cubicBezTo>
                    <a:pt x="126" y="7"/>
                    <a:pt x="118" y="0"/>
                    <a:pt x="109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7" y="0"/>
                    <a:pt x="0" y="7"/>
                    <a:pt x="0" y="16"/>
                  </a:cubicBezTo>
                  <a:close/>
                </a:path>
              </a:pathLst>
            </a:custGeom>
            <a:grpFill/>
            <a:ln>
              <a:solidFill>
                <a:schemeClr val="accent6">
                  <a:lumMod val="75000"/>
                </a:schemeClr>
              </a:solidFill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chemeClr val="accent6">
                    <a:lumMod val="50000"/>
                  </a:schemeClr>
                </a:solidFill>
              </a:endParaRPr>
            </a:p>
          </p:txBody>
        </p:sp>
        <p:sp>
          <p:nvSpPr>
            <p:cNvPr id="9" name="Freeform 8"/>
            <p:cNvSpPr/>
            <p:nvPr/>
          </p:nvSpPr>
          <p:spPr bwMode="auto">
            <a:xfrm>
              <a:off x="1763" y="1882"/>
              <a:ext cx="44" cy="160"/>
            </a:xfrm>
            <a:custGeom>
              <a:avLst/>
              <a:gdLst>
                <a:gd name="T0" fmla="*/ 17 w 34"/>
                <a:gd name="T1" fmla="*/ 0 h 123"/>
                <a:gd name="T2" fmla="*/ 0 w 34"/>
                <a:gd name="T3" fmla="*/ 16 h 123"/>
                <a:gd name="T4" fmla="*/ 0 w 34"/>
                <a:gd name="T5" fmla="*/ 106 h 123"/>
                <a:gd name="T6" fmla="*/ 17 w 34"/>
                <a:gd name="T7" fmla="*/ 123 h 123"/>
                <a:gd name="T8" fmla="*/ 34 w 34"/>
                <a:gd name="T9" fmla="*/ 106 h 123"/>
                <a:gd name="T10" fmla="*/ 34 w 34"/>
                <a:gd name="T11" fmla="*/ 16 h 123"/>
                <a:gd name="T12" fmla="*/ 17 w 34"/>
                <a:gd name="T13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4" h="123">
                  <a:moveTo>
                    <a:pt x="17" y="0"/>
                  </a:moveTo>
                  <a:cubicBezTo>
                    <a:pt x="7" y="0"/>
                    <a:pt x="0" y="7"/>
                    <a:pt x="0" y="16"/>
                  </a:cubicBezTo>
                  <a:cubicBezTo>
                    <a:pt x="0" y="106"/>
                    <a:pt x="0" y="106"/>
                    <a:pt x="0" y="106"/>
                  </a:cubicBezTo>
                  <a:cubicBezTo>
                    <a:pt x="0" y="115"/>
                    <a:pt x="7" y="123"/>
                    <a:pt x="17" y="123"/>
                  </a:cubicBezTo>
                  <a:cubicBezTo>
                    <a:pt x="26" y="123"/>
                    <a:pt x="34" y="115"/>
                    <a:pt x="34" y="106"/>
                  </a:cubicBezTo>
                  <a:cubicBezTo>
                    <a:pt x="34" y="16"/>
                    <a:pt x="34" y="16"/>
                    <a:pt x="34" y="16"/>
                  </a:cubicBezTo>
                  <a:cubicBezTo>
                    <a:pt x="34" y="7"/>
                    <a:pt x="26" y="0"/>
                    <a:pt x="17" y="0"/>
                  </a:cubicBezTo>
                  <a:close/>
                </a:path>
              </a:pathLst>
            </a:custGeom>
            <a:grpFill/>
            <a:ln>
              <a:solidFill>
                <a:schemeClr val="accent6">
                  <a:lumMod val="75000"/>
                </a:schemeClr>
              </a:solidFill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chemeClr val="accent6">
                    <a:lumMod val="50000"/>
                  </a:schemeClr>
                </a:solidFill>
              </a:endParaRPr>
            </a:p>
          </p:txBody>
        </p:sp>
        <p:sp>
          <p:nvSpPr>
            <p:cNvPr id="10" name="Freeform 9"/>
            <p:cNvSpPr/>
            <p:nvPr/>
          </p:nvSpPr>
          <p:spPr bwMode="auto">
            <a:xfrm>
              <a:off x="1308" y="1557"/>
              <a:ext cx="165" cy="44"/>
            </a:xfrm>
            <a:custGeom>
              <a:avLst/>
              <a:gdLst>
                <a:gd name="T0" fmla="*/ 17 w 127"/>
                <a:gd name="T1" fmla="*/ 34 h 34"/>
                <a:gd name="T2" fmla="*/ 110 w 127"/>
                <a:gd name="T3" fmla="*/ 34 h 34"/>
                <a:gd name="T4" fmla="*/ 127 w 127"/>
                <a:gd name="T5" fmla="*/ 17 h 34"/>
                <a:gd name="T6" fmla="*/ 110 w 127"/>
                <a:gd name="T7" fmla="*/ 0 h 34"/>
                <a:gd name="T8" fmla="*/ 17 w 127"/>
                <a:gd name="T9" fmla="*/ 0 h 34"/>
                <a:gd name="T10" fmla="*/ 0 w 127"/>
                <a:gd name="T11" fmla="*/ 17 h 34"/>
                <a:gd name="T12" fmla="*/ 17 w 127"/>
                <a:gd name="T13" fmla="*/ 34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7" h="34">
                  <a:moveTo>
                    <a:pt x="17" y="34"/>
                  </a:moveTo>
                  <a:cubicBezTo>
                    <a:pt x="110" y="34"/>
                    <a:pt x="110" y="34"/>
                    <a:pt x="110" y="34"/>
                  </a:cubicBezTo>
                  <a:cubicBezTo>
                    <a:pt x="119" y="34"/>
                    <a:pt x="127" y="26"/>
                    <a:pt x="127" y="17"/>
                  </a:cubicBezTo>
                  <a:cubicBezTo>
                    <a:pt x="127" y="8"/>
                    <a:pt x="119" y="0"/>
                    <a:pt x="110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8" y="0"/>
                    <a:pt x="0" y="8"/>
                    <a:pt x="0" y="17"/>
                  </a:cubicBezTo>
                  <a:cubicBezTo>
                    <a:pt x="0" y="26"/>
                    <a:pt x="8" y="34"/>
                    <a:pt x="17" y="34"/>
                  </a:cubicBezTo>
                  <a:close/>
                </a:path>
              </a:pathLst>
            </a:custGeom>
            <a:grpFill/>
            <a:ln>
              <a:solidFill>
                <a:schemeClr val="accent6">
                  <a:lumMod val="75000"/>
                </a:schemeClr>
              </a:solidFill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chemeClr val="accent6">
                    <a:lumMod val="50000"/>
                  </a:schemeClr>
                </a:solidFill>
              </a:endParaRPr>
            </a:p>
          </p:txBody>
        </p:sp>
        <p:sp>
          <p:nvSpPr>
            <p:cNvPr id="11" name="Freeform 10"/>
            <p:cNvSpPr/>
            <p:nvPr/>
          </p:nvSpPr>
          <p:spPr bwMode="auto">
            <a:xfrm>
              <a:off x="1403" y="1231"/>
              <a:ext cx="145" cy="117"/>
            </a:xfrm>
            <a:custGeom>
              <a:avLst/>
              <a:gdLst>
                <a:gd name="T0" fmla="*/ 9 w 112"/>
                <a:gd name="T1" fmla="*/ 30 h 90"/>
                <a:gd name="T2" fmla="*/ 83 w 112"/>
                <a:gd name="T3" fmla="*/ 84 h 90"/>
                <a:gd name="T4" fmla="*/ 107 w 112"/>
                <a:gd name="T5" fmla="*/ 81 h 90"/>
                <a:gd name="T6" fmla="*/ 103 w 112"/>
                <a:gd name="T7" fmla="*/ 58 h 90"/>
                <a:gd name="T8" fmla="*/ 30 w 112"/>
                <a:gd name="T9" fmla="*/ 3 h 90"/>
                <a:gd name="T10" fmla="*/ 20 w 112"/>
                <a:gd name="T11" fmla="*/ 0 h 90"/>
                <a:gd name="T12" fmla="*/ 6 w 112"/>
                <a:gd name="T13" fmla="*/ 7 h 90"/>
                <a:gd name="T14" fmla="*/ 9 w 112"/>
                <a:gd name="T15" fmla="*/ 3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2" h="90">
                  <a:moveTo>
                    <a:pt x="9" y="30"/>
                  </a:moveTo>
                  <a:cubicBezTo>
                    <a:pt x="83" y="84"/>
                    <a:pt x="83" y="84"/>
                    <a:pt x="83" y="84"/>
                  </a:cubicBezTo>
                  <a:cubicBezTo>
                    <a:pt x="90" y="90"/>
                    <a:pt x="101" y="88"/>
                    <a:pt x="107" y="81"/>
                  </a:cubicBezTo>
                  <a:cubicBezTo>
                    <a:pt x="112" y="74"/>
                    <a:pt x="111" y="63"/>
                    <a:pt x="103" y="58"/>
                  </a:cubicBezTo>
                  <a:cubicBezTo>
                    <a:pt x="30" y="3"/>
                    <a:pt x="30" y="3"/>
                    <a:pt x="30" y="3"/>
                  </a:cubicBezTo>
                  <a:cubicBezTo>
                    <a:pt x="27" y="1"/>
                    <a:pt x="23" y="0"/>
                    <a:pt x="20" y="0"/>
                  </a:cubicBezTo>
                  <a:cubicBezTo>
                    <a:pt x="14" y="0"/>
                    <a:pt x="9" y="2"/>
                    <a:pt x="6" y="7"/>
                  </a:cubicBezTo>
                  <a:cubicBezTo>
                    <a:pt x="0" y="14"/>
                    <a:pt x="2" y="24"/>
                    <a:pt x="9" y="30"/>
                  </a:cubicBezTo>
                  <a:close/>
                </a:path>
              </a:pathLst>
            </a:custGeom>
            <a:grpFill/>
            <a:ln>
              <a:solidFill>
                <a:schemeClr val="accent6">
                  <a:lumMod val="75000"/>
                </a:schemeClr>
              </a:solidFill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chemeClr val="accent6">
                    <a:lumMod val="50000"/>
                  </a:schemeClr>
                </a:solidFill>
              </a:endParaRPr>
            </a:p>
          </p:txBody>
        </p:sp>
        <p:sp>
          <p:nvSpPr>
            <p:cNvPr id="12" name="Freeform 11"/>
            <p:cNvSpPr/>
            <p:nvPr/>
          </p:nvSpPr>
          <p:spPr bwMode="auto">
            <a:xfrm>
              <a:off x="2073" y="1231"/>
              <a:ext cx="145" cy="117"/>
            </a:xfrm>
            <a:custGeom>
              <a:avLst/>
              <a:gdLst>
                <a:gd name="T0" fmla="*/ 29 w 112"/>
                <a:gd name="T1" fmla="*/ 84 h 90"/>
                <a:gd name="T2" fmla="*/ 103 w 112"/>
                <a:gd name="T3" fmla="*/ 30 h 90"/>
                <a:gd name="T4" fmla="*/ 106 w 112"/>
                <a:gd name="T5" fmla="*/ 7 h 90"/>
                <a:gd name="T6" fmla="*/ 92 w 112"/>
                <a:gd name="T7" fmla="*/ 0 h 90"/>
                <a:gd name="T8" fmla="*/ 82 w 112"/>
                <a:gd name="T9" fmla="*/ 3 h 90"/>
                <a:gd name="T10" fmla="*/ 9 w 112"/>
                <a:gd name="T11" fmla="*/ 58 h 90"/>
                <a:gd name="T12" fmla="*/ 5 w 112"/>
                <a:gd name="T13" fmla="*/ 81 h 90"/>
                <a:gd name="T14" fmla="*/ 29 w 112"/>
                <a:gd name="T15" fmla="*/ 84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2" h="90">
                  <a:moveTo>
                    <a:pt x="29" y="84"/>
                  </a:moveTo>
                  <a:cubicBezTo>
                    <a:pt x="103" y="30"/>
                    <a:pt x="103" y="30"/>
                    <a:pt x="103" y="30"/>
                  </a:cubicBezTo>
                  <a:cubicBezTo>
                    <a:pt x="110" y="24"/>
                    <a:pt x="112" y="14"/>
                    <a:pt x="106" y="7"/>
                  </a:cubicBezTo>
                  <a:cubicBezTo>
                    <a:pt x="103" y="2"/>
                    <a:pt x="98" y="0"/>
                    <a:pt x="92" y="0"/>
                  </a:cubicBezTo>
                  <a:cubicBezTo>
                    <a:pt x="89" y="0"/>
                    <a:pt x="85" y="1"/>
                    <a:pt x="82" y="3"/>
                  </a:cubicBezTo>
                  <a:cubicBezTo>
                    <a:pt x="9" y="58"/>
                    <a:pt x="9" y="58"/>
                    <a:pt x="9" y="58"/>
                  </a:cubicBezTo>
                  <a:cubicBezTo>
                    <a:pt x="1" y="63"/>
                    <a:pt x="0" y="74"/>
                    <a:pt x="5" y="81"/>
                  </a:cubicBezTo>
                  <a:cubicBezTo>
                    <a:pt x="11" y="88"/>
                    <a:pt x="22" y="90"/>
                    <a:pt x="29" y="84"/>
                  </a:cubicBezTo>
                  <a:close/>
                </a:path>
              </a:pathLst>
            </a:custGeom>
            <a:grpFill/>
            <a:ln>
              <a:solidFill>
                <a:schemeClr val="accent6">
                  <a:lumMod val="75000"/>
                </a:schemeClr>
              </a:solidFill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chemeClr val="accent6">
                    <a:lumMod val="50000"/>
                  </a:schemeClr>
                </a:solidFill>
              </a:endParaRPr>
            </a:p>
          </p:txBody>
        </p:sp>
        <p:sp>
          <p:nvSpPr>
            <p:cNvPr id="13" name="Freeform 12"/>
            <p:cNvSpPr/>
            <p:nvPr/>
          </p:nvSpPr>
          <p:spPr bwMode="auto">
            <a:xfrm>
              <a:off x="1431" y="1813"/>
              <a:ext cx="134" cy="128"/>
            </a:xfrm>
            <a:custGeom>
              <a:avLst/>
              <a:gdLst>
                <a:gd name="T0" fmla="*/ 84 w 103"/>
                <a:gd name="T1" fmla="*/ 0 h 98"/>
                <a:gd name="T2" fmla="*/ 72 w 103"/>
                <a:gd name="T3" fmla="*/ 4 h 98"/>
                <a:gd name="T4" fmla="*/ 7 w 103"/>
                <a:gd name="T5" fmla="*/ 68 h 98"/>
                <a:gd name="T6" fmla="*/ 7 w 103"/>
                <a:gd name="T7" fmla="*/ 91 h 98"/>
                <a:gd name="T8" fmla="*/ 31 w 103"/>
                <a:gd name="T9" fmla="*/ 91 h 98"/>
                <a:gd name="T10" fmla="*/ 96 w 103"/>
                <a:gd name="T11" fmla="*/ 28 h 98"/>
                <a:gd name="T12" fmla="*/ 96 w 103"/>
                <a:gd name="T13" fmla="*/ 4 h 98"/>
                <a:gd name="T14" fmla="*/ 84 w 103"/>
                <a:gd name="T15" fmla="*/ 0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3" h="98">
                  <a:moveTo>
                    <a:pt x="84" y="0"/>
                  </a:moveTo>
                  <a:cubicBezTo>
                    <a:pt x="80" y="0"/>
                    <a:pt x="75" y="1"/>
                    <a:pt x="72" y="4"/>
                  </a:cubicBezTo>
                  <a:cubicBezTo>
                    <a:pt x="7" y="68"/>
                    <a:pt x="7" y="68"/>
                    <a:pt x="7" y="68"/>
                  </a:cubicBezTo>
                  <a:cubicBezTo>
                    <a:pt x="0" y="74"/>
                    <a:pt x="0" y="85"/>
                    <a:pt x="7" y="91"/>
                  </a:cubicBezTo>
                  <a:cubicBezTo>
                    <a:pt x="13" y="98"/>
                    <a:pt x="24" y="98"/>
                    <a:pt x="31" y="91"/>
                  </a:cubicBezTo>
                  <a:cubicBezTo>
                    <a:pt x="96" y="28"/>
                    <a:pt x="96" y="28"/>
                    <a:pt x="96" y="28"/>
                  </a:cubicBezTo>
                  <a:cubicBezTo>
                    <a:pt x="103" y="21"/>
                    <a:pt x="103" y="11"/>
                    <a:pt x="96" y="4"/>
                  </a:cubicBezTo>
                  <a:cubicBezTo>
                    <a:pt x="93" y="1"/>
                    <a:pt x="88" y="0"/>
                    <a:pt x="84" y="0"/>
                  </a:cubicBezTo>
                  <a:close/>
                </a:path>
              </a:pathLst>
            </a:custGeom>
            <a:grpFill/>
            <a:ln>
              <a:solidFill>
                <a:schemeClr val="accent6">
                  <a:lumMod val="75000"/>
                </a:schemeClr>
              </a:solidFill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chemeClr val="accent6">
                    <a:lumMod val="50000"/>
                  </a:schemeClr>
                </a:solidFill>
              </a:endParaRPr>
            </a:p>
          </p:txBody>
        </p:sp>
        <p:sp>
          <p:nvSpPr>
            <p:cNvPr id="15" name="Freeform 13"/>
            <p:cNvSpPr/>
            <p:nvPr/>
          </p:nvSpPr>
          <p:spPr bwMode="auto">
            <a:xfrm>
              <a:off x="2043" y="1813"/>
              <a:ext cx="132" cy="128"/>
            </a:xfrm>
            <a:custGeom>
              <a:avLst/>
              <a:gdLst>
                <a:gd name="T0" fmla="*/ 31 w 102"/>
                <a:gd name="T1" fmla="*/ 4 h 98"/>
                <a:gd name="T2" fmla="*/ 19 w 102"/>
                <a:gd name="T3" fmla="*/ 0 h 98"/>
                <a:gd name="T4" fmla="*/ 7 w 102"/>
                <a:gd name="T5" fmla="*/ 4 h 98"/>
                <a:gd name="T6" fmla="*/ 7 w 102"/>
                <a:gd name="T7" fmla="*/ 28 h 98"/>
                <a:gd name="T8" fmla="*/ 72 w 102"/>
                <a:gd name="T9" fmla="*/ 91 h 98"/>
                <a:gd name="T10" fmla="*/ 96 w 102"/>
                <a:gd name="T11" fmla="*/ 91 h 98"/>
                <a:gd name="T12" fmla="*/ 96 w 102"/>
                <a:gd name="T13" fmla="*/ 68 h 98"/>
                <a:gd name="T14" fmla="*/ 31 w 102"/>
                <a:gd name="T15" fmla="*/ 4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2" h="98">
                  <a:moveTo>
                    <a:pt x="31" y="4"/>
                  </a:moveTo>
                  <a:cubicBezTo>
                    <a:pt x="27" y="1"/>
                    <a:pt x="23" y="0"/>
                    <a:pt x="19" y="0"/>
                  </a:cubicBezTo>
                  <a:cubicBezTo>
                    <a:pt x="14" y="0"/>
                    <a:pt x="10" y="1"/>
                    <a:pt x="7" y="4"/>
                  </a:cubicBezTo>
                  <a:cubicBezTo>
                    <a:pt x="0" y="11"/>
                    <a:pt x="0" y="21"/>
                    <a:pt x="7" y="28"/>
                  </a:cubicBezTo>
                  <a:cubicBezTo>
                    <a:pt x="72" y="91"/>
                    <a:pt x="72" y="91"/>
                    <a:pt x="72" y="91"/>
                  </a:cubicBezTo>
                  <a:cubicBezTo>
                    <a:pt x="78" y="98"/>
                    <a:pt x="89" y="98"/>
                    <a:pt x="96" y="91"/>
                  </a:cubicBezTo>
                  <a:cubicBezTo>
                    <a:pt x="102" y="85"/>
                    <a:pt x="102" y="74"/>
                    <a:pt x="96" y="68"/>
                  </a:cubicBezTo>
                  <a:lnTo>
                    <a:pt x="31" y="4"/>
                  </a:lnTo>
                  <a:close/>
                </a:path>
              </a:pathLst>
            </a:custGeom>
            <a:grpFill/>
            <a:ln>
              <a:solidFill>
                <a:schemeClr val="accent6">
                  <a:lumMod val="75000"/>
                </a:schemeClr>
              </a:solidFill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chemeClr val="accent6">
                    <a:lumMod val="50000"/>
                  </a:schemeClr>
                </a:solidFill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 advClick="0"/>
    </mc:Choice>
    <mc:Fallback>
      <p:transition spd="med" advClick="0"/>
    </mc:Fallback>
  </mc:AlternateContent>
  <p:timing>
    <p:tnLst>
      <p:par>
        <p:cTn id="1" dur="indefinite" restart="never" nodeType="tmRoot"/>
      </p:par>
    </p:tnLst>
    <p:bldLst>
      <p:bldP spid="18" grpId="0"/>
      <p:bldP spid="1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标题 1"/>
          <p:cNvSpPr>
            <a:spLocks noGrp="1"/>
          </p:cNvSpPr>
          <p:nvPr/>
        </p:nvSpPr>
        <p:spPr>
          <a:xfrm>
            <a:off x="1420399" y="228600"/>
            <a:ext cx="3429000" cy="46609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rgbClr val="22603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dist"/>
            <a:r>
              <a:rPr lang="zh-CN" altLang="en-US" sz="2800" kern="1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研究背景及意义</a:t>
            </a:r>
            <a:endParaRPr lang="zh-CN" altLang="en-US" sz="2800" kern="1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65992" y="-68707"/>
            <a:ext cx="871728" cy="882568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859790" y="1899285"/>
            <a:ext cx="10305415" cy="999490"/>
          </a:xfrm>
          <a:prstGeom prst="rect">
            <a:avLst/>
          </a:prstGeom>
        </p:spPr>
        <p:txBody>
          <a:bodyPr wrap="square">
            <a:noAutofit/>
          </a:bodyPr>
          <a:p>
            <a:pPr indent="304800" algn="just" defTabSz="266700" fontAlgn="auto">
              <a:lnSpc>
                <a:spcPts val="3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）我国作为农业大国，粮食安全关系国计民生。虫害广泛影响农作物产量和质量，易引发严重经济损失，已成为制约农业可持续发展的重要因素。</a:t>
            </a:r>
            <a:endParaRPr lang="zh-CN" altLang="en-US" sz="24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304800" algn="just" defTabSz="266700" fontAlgn="auto">
              <a:lnSpc>
                <a:spcPts val="3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）传统病虫害防治依赖人工调查，效率低、时效差。</a:t>
            </a:r>
            <a:endParaRPr lang="zh-CN" altLang="en-US" sz="24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304800" algn="just" defTabSz="266700" fontAlgn="auto">
              <a:lnSpc>
                <a:spcPts val="3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）现有系统功能单一，难以兼顾多种害虫与复杂场景。</a:t>
            </a:r>
            <a:endParaRPr lang="zh-CN" altLang="en-US" sz="24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78" name="组合 77" descr="7b0a202020202274657874626f78223a2022220a7d0a"/>
          <p:cNvGrpSpPr/>
          <p:nvPr/>
        </p:nvGrpSpPr>
        <p:grpSpPr>
          <a:xfrm>
            <a:off x="205105" y="871855"/>
            <a:ext cx="11534775" cy="5742940"/>
            <a:chOff x="5370" y="3510"/>
            <a:chExt cx="8461" cy="3780"/>
          </a:xfrm>
        </p:grpSpPr>
        <p:sp>
          <p:nvSpPr>
            <p:cNvPr id="80" name="椭圆 79"/>
            <p:cNvSpPr/>
            <p:nvPr/>
          </p:nvSpPr>
          <p:spPr>
            <a:xfrm>
              <a:off x="5370" y="3510"/>
              <a:ext cx="227" cy="227"/>
            </a:xfrm>
            <a:prstGeom prst="ellipse">
              <a:avLst/>
            </a:prstGeom>
            <a:solidFill>
              <a:srgbClr val="C0C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cxnSp>
          <p:nvCxnSpPr>
            <p:cNvPr id="81" name="直接连接符 80"/>
            <p:cNvCxnSpPr/>
            <p:nvPr/>
          </p:nvCxnSpPr>
          <p:spPr>
            <a:xfrm>
              <a:off x="5596" y="3616"/>
              <a:ext cx="794" cy="0"/>
            </a:xfrm>
            <a:prstGeom prst="line">
              <a:avLst/>
            </a:prstGeom>
            <a:ln w="25400" cmpd="sng">
              <a:solidFill>
                <a:srgbClr val="C0C0C0"/>
              </a:solidFill>
              <a:prstDash val="sysDash"/>
              <a:round/>
              <a:head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任意多边形 81"/>
            <p:cNvSpPr/>
            <p:nvPr/>
          </p:nvSpPr>
          <p:spPr>
            <a:xfrm>
              <a:off x="6390" y="3616"/>
              <a:ext cx="7275" cy="1372"/>
            </a:xfrm>
            <a:custGeom>
              <a:avLst/>
              <a:gdLst>
                <a:gd name="connisteX0" fmla="*/ 0 w 5389880"/>
                <a:gd name="connsiteY0" fmla="*/ 0 h 2423795"/>
                <a:gd name="connisteX1" fmla="*/ 5389880 w 5389880"/>
                <a:gd name="connsiteY1" fmla="*/ 0 h 2423795"/>
                <a:gd name="connisteX2" fmla="*/ 5389880 w 5389880"/>
                <a:gd name="connsiteY2" fmla="*/ 2423795 h 242379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</a:cxnLst>
              <a:rect l="l" t="t" r="r" b="b"/>
              <a:pathLst>
                <a:path w="5389880" h="2423795">
                  <a:moveTo>
                    <a:pt x="0" y="0"/>
                  </a:moveTo>
                  <a:lnTo>
                    <a:pt x="5389880" y="0"/>
                  </a:lnTo>
                  <a:lnTo>
                    <a:pt x="5389880" y="2423795"/>
                  </a:lnTo>
                </a:path>
              </a:pathLst>
            </a:custGeom>
            <a:noFill/>
            <a:ln w="25400">
              <a:solidFill>
                <a:srgbClr val="C0C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83" name="任意多边形 82"/>
            <p:cNvSpPr/>
            <p:nvPr/>
          </p:nvSpPr>
          <p:spPr>
            <a:xfrm rot="10800000">
              <a:off x="5522" y="5696"/>
              <a:ext cx="7347" cy="1481"/>
            </a:xfrm>
            <a:custGeom>
              <a:avLst/>
              <a:gdLst>
                <a:gd name="connisteX0" fmla="*/ 0 w 5389880"/>
                <a:gd name="connsiteY0" fmla="*/ 0 h 2423795"/>
                <a:gd name="connisteX1" fmla="*/ 5389880 w 5389880"/>
                <a:gd name="connsiteY1" fmla="*/ 0 h 2423795"/>
                <a:gd name="connisteX2" fmla="*/ 5389880 w 5389880"/>
                <a:gd name="connsiteY2" fmla="*/ 2423795 h 242379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</a:cxnLst>
              <a:rect l="l" t="t" r="r" b="b"/>
              <a:pathLst>
                <a:path w="5389880" h="2423795">
                  <a:moveTo>
                    <a:pt x="0" y="0"/>
                  </a:moveTo>
                  <a:lnTo>
                    <a:pt x="5389880" y="0"/>
                  </a:lnTo>
                  <a:lnTo>
                    <a:pt x="5389880" y="2423795"/>
                  </a:lnTo>
                </a:path>
              </a:pathLst>
            </a:custGeom>
            <a:noFill/>
            <a:ln w="25400">
              <a:solidFill>
                <a:srgbClr val="C0C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cxnSp>
          <p:nvCxnSpPr>
            <p:cNvPr id="84" name="直接连接符 83"/>
            <p:cNvCxnSpPr/>
            <p:nvPr/>
          </p:nvCxnSpPr>
          <p:spPr>
            <a:xfrm>
              <a:off x="12914" y="7177"/>
              <a:ext cx="763" cy="0"/>
            </a:xfrm>
            <a:prstGeom prst="line">
              <a:avLst/>
            </a:prstGeom>
            <a:ln w="25400" cmpd="sng">
              <a:solidFill>
                <a:srgbClr val="C0C0C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椭圆 84"/>
            <p:cNvSpPr/>
            <p:nvPr/>
          </p:nvSpPr>
          <p:spPr>
            <a:xfrm>
              <a:off x="13604" y="7063"/>
              <a:ext cx="227" cy="227"/>
            </a:xfrm>
            <a:prstGeom prst="ellipse">
              <a:avLst/>
            </a:prstGeom>
            <a:solidFill>
              <a:srgbClr val="C0C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</p:grpSp>
      <p:sp>
        <p:nvSpPr>
          <p:cNvPr id="4" name="文本框 3"/>
          <p:cNvSpPr txBox="1"/>
          <p:nvPr/>
        </p:nvSpPr>
        <p:spPr>
          <a:xfrm>
            <a:off x="859790" y="1231265"/>
            <a:ext cx="406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/>
              <a:t>研究背景</a:t>
            </a:r>
            <a:endParaRPr lang="zh-CN" altLang="en-US" sz="2800"/>
          </a:p>
        </p:txBody>
      </p:sp>
      <p:sp>
        <p:nvSpPr>
          <p:cNvPr id="5" name="文本框 4"/>
          <p:cNvSpPr txBox="1"/>
          <p:nvPr/>
        </p:nvSpPr>
        <p:spPr>
          <a:xfrm>
            <a:off x="859790" y="4585970"/>
            <a:ext cx="10506075" cy="16713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ts val="3080"/>
              </a:lnSpc>
            </a:pP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）本研究设计开发一套作物靶标害虫自动监测预警系统，集成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YOLO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识别模型与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BP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神经网络预测模型，实现害虫自动识别、预测与预警。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>
              <a:lnSpc>
                <a:spcPts val="3080"/>
              </a:lnSpc>
            </a:pP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）提高农业虫害管理的智能化与科学化水平，具备一定的实际应用与推广价值。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59790" y="3998595"/>
            <a:ext cx="406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/>
              <a:t>研究意义</a:t>
            </a:r>
            <a:endParaRPr lang="zh-CN" altLang="en-US" sz="28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 advClick="0"/>
    </mc:Choice>
    <mc:Fallback>
      <p:transition spd="med" advClick="0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/>
        </p:nvSpPr>
        <p:spPr>
          <a:xfrm>
            <a:off x="4509135" y="-627380"/>
            <a:ext cx="3867785" cy="77241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9600" dirty="0">
                <a:gradFill>
                  <a:gsLst>
                    <a:gs pos="0">
                      <a:srgbClr val="CBE6DD"/>
                    </a:gs>
                    <a:gs pos="100000">
                      <a:srgbClr val="74A899"/>
                    </a:gs>
                  </a:gsLst>
                  <a:lin ang="10800000" scaled="0"/>
                </a:gradFill>
                <a:latin typeface="Impact" panose="020B0806030902050204" charset="0"/>
                <a:ea typeface="华文琥珀" panose="02010800040101010101" charset="-122"/>
              </a:rPr>
              <a:t>2</a:t>
            </a:r>
            <a:endParaRPr lang="en-US" altLang="zh-CN" sz="49600" dirty="0">
              <a:gradFill>
                <a:gsLst>
                  <a:gs pos="0">
                    <a:srgbClr val="CBE6DD"/>
                  </a:gs>
                  <a:gs pos="100000">
                    <a:srgbClr val="74A899"/>
                  </a:gs>
                </a:gsLst>
                <a:lin ang="10800000" scaled="0"/>
              </a:gradFill>
              <a:latin typeface="Impact" panose="020B0806030902050204" charset="0"/>
              <a:ea typeface="华文琥珀" panose="02010800040101010101" charset="-122"/>
            </a:endParaRPr>
          </a:p>
        </p:txBody>
      </p:sp>
      <p:pic>
        <p:nvPicPr>
          <p:cNvPr id="19" name="图片 18" descr="1cb5a94826d881d8f97b4bd614ba2311"/>
          <p:cNvPicPr>
            <a:picLocks noChangeAspect="1"/>
          </p:cNvPicPr>
          <p:nvPr/>
        </p:nvPicPr>
        <p:blipFill rotWithShape="1">
          <a:blip r:embed="rId1"/>
          <a:srcRect l="-467" t="70762" r="65" b="349"/>
          <a:stretch>
            <a:fillRect/>
          </a:stretch>
        </p:blipFill>
        <p:spPr>
          <a:xfrm>
            <a:off x="1331088" y="3310358"/>
            <a:ext cx="9479665" cy="954559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4596765" y="3429000"/>
            <a:ext cx="41529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zh-CN" altLang="en-US" sz="2800" b="1" kern="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需求分析与系统架构</a:t>
            </a:r>
            <a:endParaRPr lang="zh-CN" altLang="en-US" sz="2800" b="1" kern="1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grpSp>
        <p:nvGrpSpPr>
          <p:cNvPr id="20" name="Group 4"/>
          <p:cNvGrpSpPr>
            <a:grpSpLocks noChangeAspect="1"/>
          </p:cNvGrpSpPr>
          <p:nvPr/>
        </p:nvGrpSpPr>
        <p:grpSpPr bwMode="auto">
          <a:xfrm flipV="1">
            <a:off x="5703098" y="2499053"/>
            <a:ext cx="739929" cy="763583"/>
            <a:chOff x="1308" y="1009"/>
            <a:chExt cx="1001" cy="1033"/>
          </a:xfrm>
          <a:noFill/>
        </p:grpSpPr>
        <p:sp>
          <p:nvSpPr>
            <p:cNvPr id="21" name="Freeform 5"/>
            <p:cNvSpPr/>
            <p:nvPr/>
          </p:nvSpPr>
          <p:spPr bwMode="auto">
            <a:xfrm>
              <a:off x="1533" y="1009"/>
              <a:ext cx="571" cy="830"/>
            </a:xfrm>
            <a:custGeom>
              <a:avLst/>
              <a:gdLst>
                <a:gd name="T0" fmla="*/ 404 w 439"/>
                <a:gd name="T1" fmla="*/ 298 h 638"/>
                <a:gd name="T2" fmla="*/ 321 w 439"/>
                <a:gd name="T3" fmla="*/ 223 h 638"/>
                <a:gd name="T4" fmla="*/ 321 w 439"/>
                <a:gd name="T5" fmla="*/ 50 h 638"/>
                <a:gd name="T6" fmla="*/ 318 w 439"/>
                <a:gd name="T7" fmla="*/ 41 h 638"/>
                <a:gd name="T8" fmla="*/ 221 w 439"/>
                <a:gd name="T9" fmla="*/ 0 h 638"/>
                <a:gd name="T10" fmla="*/ 118 w 439"/>
                <a:gd name="T11" fmla="*/ 40 h 638"/>
                <a:gd name="T12" fmla="*/ 114 w 439"/>
                <a:gd name="T13" fmla="*/ 50 h 638"/>
                <a:gd name="T14" fmla="*/ 114 w 439"/>
                <a:gd name="T15" fmla="*/ 225 h 638"/>
                <a:gd name="T16" fmla="*/ 34 w 439"/>
                <a:gd name="T17" fmla="*/ 300 h 638"/>
                <a:gd name="T18" fmla="*/ 0 w 439"/>
                <a:gd name="T19" fmla="*/ 418 h 638"/>
                <a:gd name="T20" fmla="*/ 220 w 439"/>
                <a:gd name="T21" fmla="*/ 638 h 638"/>
                <a:gd name="T22" fmla="*/ 439 w 439"/>
                <a:gd name="T23" fmla="*/ 418 h 638"/>
                <a:gd name="T24" fmla="*/ 404 w 439"/>
                <a:gd name="T25" fmla="*/ 298 h 6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9" h="638">
                  <a:moveTo>
                    <a:pt x="404" y="298"/>
                  </a:moveTo>
                  <a:cubicBezTo>
                    <a:pt x="383" y="267"/>
                    <a:pt x="355" y="241"/>
                    <a:pt x="321" y="223"/>
                  </a:cubicBezTo>
                  <a:cubicBezTo>
                    <a:pt x="321" y="222"/>
                    <a:pt x="321" y="50"/>
                    <a:pt x="321" y="50"/>
                  </a:cubicBezTo>
                  <a:cubicBezTo>
                    <a:pt x="321" y="47"/>
                    <a:pt x="320" y="44"/>
                    <a:pt x="318" y="41"/>
                  </a:cubicBezTo>
                  <a:cubicBezTo>
                    <a:pt x="316" y="39"/>
                    <a:pt x="282" y="0"/>
                    <a:pt x="221" y="0"/>
                  </a:cubicBezTo>
                  <a:cubicBezTo>
                    <a:pt x="162" y="0"/>
                    <a:pt x="120" y="38"/>
                    <a:pt x="118" y="40"/>
                  </a:cubicBezTo>
                  <a:cubicBezTo>
                    <a:pt x="116" y="43"/>
                    <a:pt x="114" y="46"/>
                    <a:pt x="114" y="50"/>
                  </a:cubicBezTo>
                  <a:cubicBezTo>
                    <a:pt x="114" y="50"/>
                    <a:pt x="114" y="223"/>
                    <a:pt x="114" y="225"/>
                  </a:cubicBezTo>
                  <a:cubicBezTo>
                    <a:pt x="81" y="243"/>
                    <a:pt x="54" y="269"/>
                    <a:pt x="34" y="300"/>
                  </a:cubicBezTo>
                  <a:cubicBezTo>
                    <a:pt x="11" y="335"/>
                    <a:pt x="0" y="376"/>
                    <a:pt x="0" y="418"/>
                  </a:cubicBezTo>
                  <a:cubicBezTo>
                    <a:pt x="0" y="539"/>
                    <a:pt x="98" y="638"/>
                    <a:pt x="220" y="638"/>
                  </a:cubicBezTo>
                  <a:cubicBezTo>
                    <a:pt x="341" y="638"/>
                    <a:pt x="439" y="539"/>
                    <a:pt x="439" y="418"/>
                  </a:cubicBezTo>
                  <a:cubicBezTo>
                    <a:pt x="439" y="375"/>
                    <a:pt x="427" y="334"/>
                    <a:pt x="404" y="298"/>
                  </a:cubicBezTo>
                  <a:close/>
                </a:path>
              </a:pathLst>
            </a:custGeom>
            <a:grpFill/>
            <a:ln>
              <a:solidFill>
                <a:schemeClr val="accent6">
                  <a:lumMod val="75000"/>
                </a:schemeClr>
              </a:solidFill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chemeClr val="accent6">
                    <a:lumMod val="50000"/>
                  </a:schemeClr>
                </a:solidFill>
              </a:endParaRPr>
            </a:p>
          </p:txBody>
        </p:sp>
        <p:sp>
          <p:nvSpPr>
            <p:cNvPr id="22" name="Freeform 6"/>
            <p:cNvSpPr>
              <a:spLocks noEditPoints="1"/>
            </p:cNvSpPr>
            <p:nvPr/>
          </p:nvSpPr>
          <p:spPr bwMode="auto">
            <a:xfrm>
              <a:off x="1526" y="1009"/>
              <a:ext cx="573" cy="830"/>
            </a:xfrm>
            <a:custGeom>
              <a:avLst/>
              <a:gdLst>
                <a:gd name="T0" fmla="*/ 440 w 440"/>
                <a:gd name="T1" fmla="*/ 418 h 638"/>
                <a:gd name="T2" fmla="*/ 322 w 440"/>
                <a:gd name="T3" fmla="*/ 223 h 638"/>
                <a:gd name="T4" fmla="*/ 319 w 440"/>
                <a:gd name="T5" fmla="*/ 41 h 638"/>
                <a:gd name="T6" fmla="*/ 119 w 440"/>
                <a:gd name="T7" fmla="*/ 40 h 638"/>
                <a:gd name="T8" fmla="*/ 114 w 440"/>
                <a:gd name="T9" fmla="*/ 225 h 638"/>
                <a:gd name="T10" fmla="*/ 0 w 440"/>
                <a:gd name="T11" fmla="*/ 418 h 638"/>
                <a:gd name="T12" fmla="*/ 143 w 440"/>
                <a:gd name="T13" fmla="*/ 75 h 638"/>
                <a:gd name="T14" fmla="*/ 294 w 440"/>
                <a:gd name="T15" fmla="*/ 134 h 638"/>
                <a:gd name="T16" fmla="*/ 143 w 440"/>
                <a:gd name="T17" fmla="*/ 75 h 638"/>
                <a:gd name="T18" fmla="*/ 294 w 440"/>
                <a:gd name="T19" fmla="*/ 162 h 638"/>
                <a:gd name="T20" fmla="*/ 294 w 440"/>
                <a:gd name="T21" fmla="*/ 189 h 638"/>
                <a:gd name="T22" fmla="*/ 143 w 440"/>
                <a:gd name="T23" fmla="*/ 134 h 638"/>
                <a:gd name="T24" fmla="*/ 213 w 440"/>
                <a:gd name="T25" fmla="*/ 411 h 638"/>
                <a:gd name="T26" fmla="*/ 184 w 440"/>
                <a:gd name="T27" fmla="*/ 400 h 638"/>
                <a:gd name="T28" fmla="*/ 196 w 440"/>
                <a:gd name="T29" fmla="*/ 200 h 638"/>
                <a:gd name="T30" fmla="*/ 230 w 440"/>
                <a:gd name="T31" fmla="*/ 228 h 638"/>
                <a:gd name="T32" fmla="*/ 218 w 440"/>
                <a:gd name="T33" fmla="*/ 408 h 638"/>
                <a:gd name="T34" fmla="*/ 213 w 440"/>
                <a:gd name="T35" fmla="*/ 459 h 638"/>
                <a:gd name="T36" fmla="*/ 213 w 440"/>
                <a:gd name="T37" fmla="*/ 435 h 638"/>
                <a:gd name="T38" fmla="*/ 136 w 440"/>
                <a:gd name="T39" fmla="*/ 245 h 638"/>
                <a:gd name="T40" fmla="*/ 143 w 440"/>
                <a:gd name="T41" fmla="*/ 191 h 638"/>
                <a:gd name="T42" fmla="*/ 183 w 440"/>
                <a:gd name="T43" fmla="*/ 228 h 638"/>
                <a:gd name="T44" fmla="*/ 146 w 440"/>
                <a:gd name="T45" fmla="*/ 411 h 638"/>
                <a:gd name="T46" fmla="*/ 139 w 440"/>
                <a:gd name="T47" fmla="*/ 470 h 638"/>
                <a:gd name="T48" fmla="*/ 181 w 440"/>
                <a:gd name="T49" fmla="*/ 421 h 638"/>
                <a:gd name="T50" fmla="*/ 188 w 440"/>
                <a:gd name="T51" fmla="*/ 450 h 638"/>
                <a:gd name="T52" fmla="*/ 237 w 440"/>
                <a:gd name="T53" fmla="*/ 450 h 638"/>
                <a:gd name="T54" fmla="*/ 245 w 440"/>
                <a:gd name="T55" fmla="*/ 421 h 638"/>
                <a:gd name="T56" fmla="*/ 286 w 440"/>
                <a:gd name="T57" fmla="*/ 470 h 638"/>
                <a:gd name="T58" fmla="*/ 279 w 440"/>
                <a:gd name="T59" fmla="*/ 411 h 638"/>
                <a:gd name="T60" fmla="*/ 243 w 440"/>
                <a:gd name="T61" fmla="*/ 228 h 638"/>
                <a:gd name="T62" fmla="*/ 294 w 440"/>
                <a:gd name="T63" fmla="*/ 217 h 638"/>
                <a:gd name="T64" fmla="*/ 302 w 440"/>
                <a:gd name="T65" fmla="*/ 244 h 638"/>
                <a:gd name="T66" fmla="*/ 220 w 440"/>
                <a:gd name="T67" fmla="*/ 610 h 638"/>
                <a:gd name="T68" fmla="*/ 136 w 440"/>
                <a:gd name="T69" fmla="*/ 245 h 638"/>
                <a:gd name="T70" fmla="*/ 160 w 440"/>
                <a:gd name="T71" fmla="*/ 443 h 638"/>
                <a:gd name="T72" fmla="*/ 143 w 440"/>
                <a:gd name="T73" fmla="*/ 447 h 638"/>
                <a:gd name="T74" fmla="*/ 168 w 440"/>
                <a:gd name="T75" fmla="*/ 422 h 638"/>
                <a:gd name="T76" fmla="*/ 273 w 440"/>
                <a:gd name="T77" fmla="*/ 429 h 638"/>
                <a:gd name="T78" fmla="*/ 280 w 440"/>
                <a:gd name="T79" fmla="*/ 452 h 638"/>
                <a:gd name="T80" fmla="*/ 258 w 440"/>
                <a:gd name="T81" fmla="*/ 422 h 6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40" h="638">
                  <a:moveTo>
                    <a:pt x="220" y="638"/>
                  </a:moveTo>
                  <a:cubicBezTo>
                    <a:pt x="342" y="638"/>
                    <a:pt x="440" y="539"/>
                    <a:pt x="440" y="418"/>
                  </a:cubicBezTo>
                  <a:cubicBezTo>
                    <a:pt x="440" y="375"/>
                    <a:pt x="428" y="334"/>
                    <a:pt x="405" y="298"/>
                  </a:cubicBezTo>
                  <a:cubicBezTo>
                    <a:pt x="384" y="267"/>
                    <a:pt x="356" y="241"/>
                    <a:pt x="322" y="223"/>
                  </a:cubicBezTo>
                  <a:cubicBezTo>
                    <a:pt x="322" y="222"/>
                    <a:pt x="322" y="50"/>
                    <a:pt x="322" y="50"/>
                  </a:cubicBezTo>
                  <a:cubicBezTo>
                    <a:pt x="322" y="47"/>
                    <a:pt x="321" y="44"/>
                    <a:pt x="319" y="41"/>
                  </a:cubicBezTo>
                  <a:cubicBezTo>
                    <a:pt x="317" y="39"/>
                    <a:pt x="283" y="0"/>
                    <a:pt x="222" y="0"/>
                  </a:cubicBezTo>
                  <a:cubicBezTo>
                    <a:pt x="162" y="0"/>
                    <a:pt x="121" y="38"/>
                    <a:pt x="119" y="40"/>
                  </a:cubicBezTo>
                  <a:cubicBezTo>
                    <a:pt x="117" y="43"/>
                    <a:pt x="115" y="46"/>
                    <a:pt x="115" y="50"/>
                  </a:cubicBezTo>
                  <a:cubicBezTo>
                    <a:pt x="115" y="50"/>
                    <a:pt x="115" y="223"/>
                    <a:pt x="114" y="225"/>
                  </a:cubicBezTo>
                  <a:cubicBezTo>
                    <a:pt x="82" y="243"/>
                    <a:pt x="55" y="269"/>
                    <a:pt x="35" y="300"/>
                  </a:cubicBezTo>
                  <a:cubicBezTo>
                    <a:pt x="12" y="335"/>
                    <a:pt x="0" y="376"/>
                    <a:pt x="0" y="418"/>
                  </a:cubicBezTo>
                  <a:cubicBezTo>
                    <a:pt x="0" y="539"/>
                    <a:pt x="99" y="638"/>
                    <a:pt x="220" y="638"/>
                  </a:cubicBezTo>
                  <a:close/>
                  <a:moveTo>
                    <a:pt x="143" y="75"/>
                  </a:moveTo>
                  <a:cubicBezTo>
                    <a:pt x="294" y="102"/>
                    <a:pt x="294" y="102"/>
                    <a:pt x="294" y="102"/>
                  </a:cubicBezTo>
                  <a:cubicBezTo>
                    <a:pt x="294" y="134"/>
                    <a:pt x="294" y="134"/>
                    <a:pt x="294" y="134"/>
                  </a:cubicBezTo>
                  <a:cubicBezTo>
                    <a:pt x="143" y="106"/>
                    <a:pt x="143" y="106"/>
                    <a:pt x="143" y="106"/>
                  </a:cubicBezTo>
                  <a:lnTo>
                    <a:pt x="143" y="75"/>
                  </a:lnTo>
                  <a:close/>
                  <a:moveTo>
                    <a:pt x="143" y="134"/>
                  </a:moveTo>
                  <a:cubicBezTo>
                    <a:pt x="294" y="162"/>
                    <a:pt x="294" y="162"/>
                    <a:pt x="294" y="162"/>
                  </a:cubicBezTo>
                  <a:cubicBezTo>
                    <a:pt x="294" y="180"/>
                    <a:pt x="294" y="180"/>
                    <a:pt x="294" y="180"/>
                  </a:cubicBezTo>
                  <a:cubicBezTo>
                    <a:pt x="294" y="189"/>
                    <a:pt x="294" y="189"/>
                    <a:pt x="294" y="189"/>
                  </a:cubicBezTo>
                  <a:cubicBezTo>
                    <a:pt x="143" y="163"/>
                    <a:pt x="143" y="163"/>
                    <a:pt x="143" y="163"/>
                  </a:cubicBezTo>
                  <a:lnTo>
                    <a:pt x="143" y="134"/>
                  </a:lnTo>
                  <a:close/>
                  <a:moveTo>
                    <a:pt x="218" y="408"/>
                  </a:moveTo>
                  <a:cubicBezTo>
                    <a:pt x="216" y="409"/>
                    <a:pt x="214" y="410"/>
                    <a:pt x="213" y="411"/>
                  </a:cubicBezTo>
                  <a:cubicBezTo>
                    <a:pt x="211" y="410"/>
                    <a:pt x="209" y="409"/>
                    <a:pt x="207" y="408"/>
                  </a:cubicBezTo>
                  <a:cubicBezTo>
                    <a:pt x="201" y="404"/>
                    <a:pt x="193" y="402"/>
                    <a:pt x="184" y="400"/>
                  </a:cubicBezTo>
                  <a:cubicBezTo>
                    <a:pt x="191" y="354"/>
                    <a:pt x="194" y="273"/>
                    <a:pt x="195" y="228"/>
                  </a:cubicBezTo>
                  <a:cubicBezTo>
                    <a:pt x="195" y="215"/>
                    <a:pt x="196" y="205"/>
                    <a:pt x="196" y="200"/>
                  </a:cubicBezTo>
                  <a:cubicBezTo>
                    <a:pt x="230" y="206"/>
                    <a:pt x="230" y="206"/>
                    <a:pt x="230" y="206"/>
                  </a:cubicBezTo>
                  <a:cubicBezTo>
                    <a:pt x="230" y="211"/>
                    <a:pt x="230" y="219"/>
                    <a:pt x="230" y="228"/>
                  </a:cubicBezTo>
                  <a:cubicBezTo>
                    <a:pt x="231" y="273"/>
                    <a:pt x="234" y="354"/>
                    <a:pt x="241" y="400"/>
                  </a:cubicBezTo>
                  <a:cubicBezTo>
                    <a:pt x="233" y="402"/>
                    <a:pt x="225" y="404"/>
                    <a:pt x="218" y="408"/>
                  </a:cubicBezTo>
                  <a:close/>
                  <a:moveTo>
                    <a:pt x="225" y="448"/>
                  </a:moveTo>
                  <a:cubicBezTo>
                    <a:pt x="224" y="452"/>
                    <a:pt x="218" y="459"/>
                    <a:pt x="213" y="459"/>
                  </a:cubicBezTo>
                  <a:cubicBezTo>
                    <a:pt x="208" y="459"/>
                    <a:pt x="201" y="452"/>
                    <a:pt x="201" y="448"/>
                  </a:cubicBezTo>
                  <a:cubicBezTo>
                    <a:pt x="201" y="445"/>
                    <a:pt x="204" y="439"/>
                    <a:pt x="213" y="435"/>
                  </a:cubicBezTo>
                  <a:cubicBezTo>
                    <a:pt x="221" y="439"/>
                    <a:pt x="225" y="445"/>
                    <a:pt x="225" y="448"/>
                  </a:cubicBezTo>
                  <a:close/>
                  <a:moveTo>
                    <a:pt x="136" y="245"/>
                  </a:moveTo>
                  <a:cubicBezTo>
                    <a:pt x="144" y="242"/>
                    <a:pt x="144" y="242"/>
                    <a:pt x="144" y="242"/>
                  </a:cubicBezTo>
                  <a:cubicBezTo>
                    <a:pt x="143" y="191"/>
                    <a:pt x="143" y="191"/>
                    <a:pt x="143" y="191"/>
                  </a:cubicBezTo>
                  <a:cubicBezTo>
                    <a:pt x="183" y="198"/>
                    <a:pt x="183" y="198"/>
                    <a:pt x="183" y="198"/>
                  </a:cubicBezTo>
                  <a:cubicBezTo>
                    <a:pt x="183" y="205"/>
                    <a:pt x="183" y="215"/>
                    <a:pt x="183" y="228"/>
                  </a:cubicBezTo>
                  <a:cubicBezTo>
                    <a:pt x="181" y="278"/>
                    <a:pt x="178" y="360"/>
                    <a:pt x="172" y="400"/>
                  </a:cubicBezTo>
                  <a:cubicBezTo>
                    <a:pt x="162" y="401"/>
                    <a:pt x="153" y="404"/>
                    <a:pt x="146" y="411"/>
                  </a:cubicBezTo>
                  <a:cubicBezTo>
                    <a:pt x="138" y="418"/>
                    <a:pt x="133" y="429"/>
                    <a:pt x="131" y="441"/>
                  </a:cubicBezTo>
                  <a:cubicBezTo>
                    <a:pt x="129" y="453"/>
                    <a:pt x="132" y="464"/>
                    <a:pt x="139" y="470"/>
                  </a:cubicBezTo>
                  <a:cubicBezTo>
                    <a:pt x="146" y="477"/>
                    <a:pt x="158" y="477"/>
                    <a:pt x="170" y="457"/>
                  </a:cubicBezTo>
                  <a:cubicBezTo>
                    <a:pt x="174" y="449"/>
                    <a:pt x="178" y="436"/>
                    <a:pt x="181" y="421"/>
                  </a:cubicBezTo>
                  <a:cubicBezTo>
                    <a:pt x="186" y="421"/>
                    <a:pt x="192" y="423"/>
                    <a:pt x="197" y="425"/>
                  </a:cubicBezTo>
                  <a:cubicBezTo>
                    <a:pt x="189" y="434"/>
                    <a:pt x="188" y="444"/>
                    <a:pt x="188" y="450"/>
                  </a:cubicBezTo>
                  <a:cubicBezTo>
                    <a:pt x="189" y="464"/>
                    <a:pt x="200" y="480"/>
                    <a:pt x="213" y="480"/>
                  </a:cubicBezTo>
                  <a:cubicBezTo>
                    <a:pt x="225" y="480"/>
                    <a:pt x="236" y="464"/>
                    <a:pt x="237" y="450"/>
                  </a:cubicBezTo>
                  <a:cubicBezTo>
                    <a:pt x="237" y="444"/>
                    <a:pt x="236" y="434"/>
                    <a:pt x="229" y="425"/>
                  </a:cubicBezTo>
                  <a:cubicBezTo>
                    <a:pt x="234" y="423"/>
                    <a:pt x="239" y="421"/>
                    <a:pt x="245" y="421"/>
                  </a:cubicBezTo>
                  <a:cubicBezTo>
                    <a:pt x="248" y="436"/>
                    <a:pt x="251" y="449"/>
                    <a:pt x="256" y="457"/>
                  </a:cubicBezTo>
                  <a:cubicBezTo>
                    <a:pt x="267" y="477"/>
                    <a:pt x="279" y="477"/>
                    <a:pt x="286" y="470"/>
                  </a:cubicBezTo>
                  <a:cubicBezTo>
                    <a:pt x="293" y="464"/>
                    <a:pt x="296" y="453"/>
                    <a:pt x="294" y="441"/>
                  </a:cubicBezTo>
                  <a:cubicBezTo>
                    <a:pt x="292" y="429"/>
                    <a:pt x="287" y="418"/>
                    <a:pt x="279" y="411"/>
                  </a:cubicBezTo>
                  <a:cubicBezTo>
                    <a:pt x="272" y="404"/>
                    <a:pt x="263" y="401"/>
                    <a:pt x="254" y="400"/>
                  </a:cubicBezTo>
                  <a:cubicBezTo>
                    <a:pt x="247" y="360"/>
                    <a:pt x="244" y="278"/>
                    <a:pt x="243" y="228"/>
                  </a:cubicBezTo>
                  <a:cubicBezTo>
                    <a:pt x="243" y="220"/>
                    <a:pt x="242" y="214"/>
                    <a:pt x="242" y="208"/>
                  </a:cubicBezTo>
                  <a:cubicBezTo>
                    <a:pt x="294" y="217"/>
                    <a:pt x="294" y="217"/>
                    <a:pt x="294" y="217"/>
                  </a:cubicBezTo>
                  <a:cubicBezTo>
                    <a:pt x="294" y="240"/>
                    <a:pt x="294" y="240"/>
                    <a:pt x="294" y="240"/>
                  </a:cubicBezTo>
                  <a:cubicBezTo>
                    <a:pt x="302" y="244"/>
                    <a:pt x="302" y="244"/>
                    <a:pt x="302" y="244"/>
                  </a:cubicBezTo>
                  <a:cubicBezTo>
                    <a:pt x="369" y="275"/>
                    <a:pt x="413" y="344"/>
                    <a:pt x="413" y="418"/>
                  </a:cubicBezTo>
                  <a:cubicBezTo>
                    <a:pt x="413" y="524"/>
                    <a:pt x="326" y="610"/>
                    <a:pt x="220" y="610"/>
                  </a:cubicBezTo>
                  <a:cubicBezTo>
                    <a:pt x="114" y="610"/>
                    <a:pt x="28" y="524"/>
                    <a:pt x="28" y="418"/>
                  </a:cubicBezTo>
                  <a:cubicBezTo>
                    <a:pt x="28" y="344"/>
                    <a:pt x="70" y="278"/>
                    <a:pt x="136" y="245"/>
                  </a:cubicBezTo>
                  <a:close/>
                  <a:moveTo>
                    <a:pt x="168" y="422"/>
                  </a:moveTo>
                  <a:cubicBezTo>
                    <a:pt x="165" y="431"/>
                    <a:pt x="163" y="438"/>
                    <a:pt x="160" y="443"/>
                  </a:cubicBezTo>
                  <a:cubicBezTo>
                    <a:pt x="154" y="454"/>
                    <a:pt x="148" y="455"/>
                    <a:pt x="145" y="452"/>
                  </a:cubicBezTo>
                  <a:cubicBezTo>
                    <a:pt x="144" y="451"/>
                    <a:pt x="143" y="449"/>
                    <a:pt x="143" y="447"/>
                  </a:cubicBezTo>
                  <a:cubicBezTo>
                    <a:pt x="144" y="439"/>
                    <a:pt x="147" y="434"/>
                    <a:pt x="152" y="429"/>
                  </a:cubicBezTo>
                  <a:cubicBezTo>
                    <a:pt x="156" y="425"/>
                    <a:pt x="162" y="423"/>
                    <a:pt x="168" y="422"/>
                  </a:cubicBezTo>
                  <a:close/>
                  <a:moveTo>
                    <a:pt x="258" y="422"/>
                  </a:moveTo>
                  <a:cubicBezTo>
                    <a:pt x="264" y="423"/>
                    <a:pt x="269" y="425"/>
                    <a:pt x="273" y="429"/>
                  </a:cubicBezTo>
                  <a:cubicBezTo>
                    <a:pt x="278" y="434"/>
                    <a:pt x="281" y="439"/>
                    <a:pt x="282" y="447"/>
                  </a:cubicBezTo>
                  <a:cubicBezTo>
                    <a:pt x="283" y="449"/>
                    <a:pt x="282" y="451"/>
                    <a:pt x="280" y="452"/>
                  </a:cubicBezTo>
                  <a:cubicBezTo>
                    <a:pt x="277" y="455"/>
                    <a:pt x="271" y="454"/>
                    <a:pt x="265" y="443"/>
                  </a:cubicBezTo>
                  <a:cubicBezTo>
                    <a:pt x="262" y="438"/>
                    <a:pt x="260" y="431"/>
                    <a:pt x="258" y="422"/>
                  </a:cubicBezTo>
                  <a:close/>
                </a:path>
              </a:pathLst>
            </a:custGeom>
            <a:grpFill/>
            <a:ln>
              <a:solidFill>
                <a:schemeClr val="accent6">
                  <a:lumMod val="75000"/>
                </a:schemeClr>
              </a:solidFill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chemeClr val="accent6">
                    <a:lumMod val="50000"/>
                  </a:schemeClr>
                </a:solidFill>
              </a:endParaRPr>
            </a:p>
          </p:txBody>
        </p:sp>
        <p:sp>
          <p:nvSpPr>
            <p:cNvPr id="23" name="Freeform 7"/>
            <p:cNvSpPr/>
            <p:nvPr/>
          </p:nvSpPr>
          <p:spPr bwMode="auto">
            <a:xfrm>
              <a:off x="2145" y="1578"/>
              <a:ext cx="164" cy="42"/>
            </a:xfrm>
            <a:custGeom>
              <a:avLst/>
              <a:gdLst>
                <a:gd name="T0" fmla="*/ 0 w 126"/>
                <a:gd name="T1" fmla="*/ 16 h 33"/>
                <a:gd name="T2" fmla="*/ 17 w 126"/>
                <a:gd name="T3" fmla="*/ 33 h 33"/>
                <a:gd name="T4" fmla="*/ 109 w 126"/>
                <a:gd name="T5" fmla="*/ 33 h 33"/>
                <a:gd name="T6" fmla="*/ 126 w 126"/>
                <a:gd name="T7" fmla="*/ 16 h 33"/>
                <a:gd name="T8" fmla="*/ 109 w 126"/>
                <a:gd name="T9" fmla="*/ 0 h 33"/>
                <a:gd name="T10" fmla="*/ 17 w 126"/>
                <a:gd name="T11" fmla="*/ 0 h 33"/>
                <a:gd name="T12" fmla="*/ 0 w 126"/>
                <a:gd name="T13" fmla="*/ 16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6" h="33">
                  <a:moveTo>
                    <a:pt x="0" y="16"/>
                  </a:moveTo>
                  <a:cubicBezTo>
                    <a:pt x="0" y="25"/>
                    <a:pt x="7" y="33"/>
                    <a:pt x="17" y="33"/>
                  </a:cubicBezTo>
                  <a:cubicBezTo>
                    <a:pt x="109" y="33"/>
                    <a:pt x="109" y="33"/>
                    <a:pt x="109" y="33"/>
                  </a:cubicBezTo>
                  <a:cubicBezTo>
                    <a:pt x="118" y="33"/>
                    <a:pt x="126" y="25"/>
                    <a:pt x="126" y="16"/>
                  </a:cubicBezTo>
                  <a:cubicBezTo>
                    <a:pt x="126" y="7"/>
                    <a:pt x="118" y="0"/>
                    <a:pt x="109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7" y="0"/>
                    <a:pt x="0" y="7"/>
                    <a:pt x="0" y="16"/>
                  </a:cubicBezTo>
                  <a:close/>
                </a:path>
              </a:pathLst>
            </a:custGeom>
            <a:grpFill/>
            <a:ln>
              <a:solidFill>
                <a:schemeClr val="accent6">
                  <a:lumMod val="75000"/>
                </a:schemeClr>
              </a:solidFill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chemeClr val="accent6">
                    <a:lumMod val="50000"/>
                  </a:schemeClr>
                </a:solidFill>
              </a:endParaRPr>
            </a:p>
          </p:txBody>
        </p:sp>
        <p:sp>
          <p:nvSpPr>
            <p:cNvPr id="24" name="Freeform 8"/>
            <p:cNvSpPr/>
            <p:nvPr/>
          </p:nvSpPr>
          <p:spPr bwMode="auto">
            <a:xfrm>
              <a:off x="1763" y="1882"/>
              <a:ext cx="44" cy="160"/>
            </a:xfrm>
            <a:custGeom>
              <a:avLst/>
              <a:gdLst>
                <a:gd name="T0" fmla="*/ 17 w 34"/>
                <a:gd name="T1" fmla="*/ 0 h 123"/>
                <a:gd name="T2" fmla="*/ 0 w 34"/>
                <a:gd name="T3" fmla="*/ 16 h 123"/>
                <a:gd name="T4" fmla="*/ 0 w 34"/>
                <a:gd name="T5" fmla="*/ 106 h 123"/>
                <a:gd name="T6" fmla="*/ 17 w 34"/>
                <a:gd name="T7" fmla="*/ 123 h 123"/>
                <a:gd name="T8" fmla="*/ 34 w 34"/>
                <a:gd name="T9" fmla="*/ 106 h 123"/>
                <a:gd name="T10" fmla="*/ 34 w 34"/>
                <a:gd name="T11" fmla="*/ 16 h 123"/>
                <a:gd name="T12" fmla="*/ 17 w 34"/>
                <a:gd name="T13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4" h="123">
                  <a:moveTo>
                    <a:pt x="17" y="0"/>
                  </a:moveTo>
                  <a:cubicBezTo>
                    <a:pt x="7" y="0"/>
                    <a:pt x="0" y="7"/>
                    <a:pt x="0" y="16"/>
                  </a:cubicBezTo>
                  <a:cubicBezTo>
                    <a:pt x="0" y="106"/>
                    <a:pt x="0" y="106"/>
                    <a:pt x="0" y="106"/>
                  </a:cubicBezTo>
                  <a:cubicBezTo>
                    <a:pt x="0" y="115"/>
                    <a:pt x="7" y="123"/>
                    <a:pt x="17" y="123"/>
                  </a:cubicBezTo>
                  <a:cubicBezTo>
                    <a:pt x="26" y="123"/>
                    <a:pt x="34" y="115"/>
                    <a:pt x="34" y="106"/>
                  </a:cubicBezTo>
                  <a:cubicBezTo>
                    <a:pt x="34" y="16"/>
                    <a:pt x="34" y="16"/>
                    <a:pt x="34" y="16"/>
                  </a:cubicBezTo>
                  <a:cubicBezTo>
                    <a:pt x="34" y="7"/>
                    <a:pt x="26" y="0"/>
                    <a:pt x="17" y="0"/>
                  </a:cubicBezTo>
                  <a:close/>
                </a:path>
              </a:pathLst>
            </a:custGeom>
            <a:grpFill/>
            <a:ln>
              <a:solidFill>
                <a:schemeClr val="accent6">
                  <a:lumMod val="75000"/>
                </a:schemeClr>
              </a:solidFill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chemeClr val="accent6">
                    <a:lumMod val="50000"/>
                  </a:schemeClr>
                </a:solidFill>
              </a:endParaRPr>
            </a:p>
          </p:txBody>
        </p:sp>
        <p:sp>
          <p:nvSpPr>
            <p:cNvPr id="25" name="Freeform 9"/>
            <p:cNvSpPr/>
            <p:nvPr/>
          </p:nvSpPr>
          <p:spPr bwMode="auto">
            <a:xfrm>
              <a:off x="1308" y="1557"/>
              <a:ext cx="165" cy="44"/>
            </a:xfrm>
            <a:custGeom>
              <a:avLst/>
              <a:gdLst>
                <a:gd name="T0" fmla="*/ 17 w 127"/>
                <a:gd name="T1" fmla="*/ 34 h 34"/>
                <a:gd name="T2" fmla="*/ 110 w 127"/>
                <a:gd name="T3" fmla="*/ 34 h 34"/>
                <a:gd name="T4" fmla="*/ 127 w 127"/>
                <a:gd name="T5" fmla="*/ 17 h 34"/>
                <a:gd name="T6" fmla="*/ 110 w 127"/>
                <a:gd name="T7" fmla="*/ 0 h 34"/>
                <a:gd name="T8" fmla="*/ 17 w 127"/>
                <a:gd name="T9" fmla="*/ 0 h 34"/>
                <a:gd name="T10" fmla="*/ 0 w 127"/>
                <a:gd name="T11" fmla="*/ 17 h 34"/>
                <a:gd name="T12" fmla="*/ 17 w 127"/>
                <a:gd name="T13" fmla="*/ 34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7" h="34">
                  <a:moveTo>
                    <a:pt x="17" y="34"/>
                  </a:moveTo>
                  <a:cubicBezTo>
                    <a:pt x="110" y="34"/>
                    <a:pt x="110" y="34"/>
                    <a:pt x="110" y="34"/>
                  </a:cubicBezTo>
                  <a:cubicBezTo>
                    <a:pt x="119" y="34"/>
                    <a:pt x="127" y="26"/>
                    <a:pt x="127" y="17"/>
                  </a:cubicBezTo>
                  <a:cubicBezTo>
                    <a:pt x="127" y="8"/>
                    <a:pt x="119" y="0"/>
                    <a:pt x="110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8" y="0"/>
                    <a:pt x="0" y="8"/>
                    <a:pt x="0" y="17"/>
                  </a:cubicBezTo>
                  <a:cubicBezTo>
                    <a:pt x="0" y="26"/>
                    <a:pt x="8" y="34"/>
                    <a:pt x="17" y="34"/>
                  </a:cubicBezTo>
                  <a:close/>
                </a:path>
              </a:pathLst>
            </a:custGeom>
            <a:grpFill/>
            <a:ln>
              <a:solidFill>
                <a:schemeClr val="accent6">
                  <a:lumMod val="75000"/>
                </a:schemeClr>
              </a:solidFill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chemeClr val="accent6">
                    <a:lumMod val="50000"/>
                  </a:schemeClr>
                </a:solidFill>
              </a:endParaRPr>
            </a:p>
          </p:txBody>
        </p:sp>
        <p:sp>
          <p:nvSpPr>
            <p:cNvPr id="26" name="Freeform 10"/>
            <p:cNvSpPr/>
            <p:nvPr/>
          </p:nvSpPr>
          <p:spPr bwMode="auto">
            <a:xfrm>
              <a:off x="1403" y="1231"/>
              <a:ext cx="145" cy="117"/>
            </a:xfrm>
            <a:custGeom>
              <a:avLst/>
              <a:gdLst>
                <a:gd name="T0" fmla="*/ 9 w 112"/>
                <a:gd name="T1" fmla="*/ 30 h 90"/>
                <a:gd name="T2" fmla="*/ 83 w 112"/>
                <a:gd name="T3" fmla="*/ 84 h 90"/>
                <a:gd name="T4" fmla="*/ 107 w 112"/>
                <a:gd name="T5" fmla="*/ 81 h 90"/>
                <a:gd name="T6" fmla="*/ 103 w 112"/>
                <a:gd name="T7" fmla="*/ 58 h 90"/>
                <a:gd name="T8" fmla="*/ 30 w 112"/>
                <a:gd name="T9" fmla="*/ 3 h 90"/>
                <a:gd name="T10" fmla="*/ 20 w 112"/>
                <a:gd name="T11" fmla="*/ 0 h 90"/>
                <a:gd name="T12" fmla="*/ 6 w 112"/>
                <a:gd name="T13" fmla="*/ 7 h 90"/>
                <a:gd name="T14" fmla="*/ 9 w 112"/>
                <a:gd name="T15" fmla="*/ 3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2" h="90">
                  <a:moveTo>
                    <a:pt x="9" y="30"/>
                  </a:moveTo>
                  <a:cubicBezTo>
                    <a:pt x="83" y="84"/>
                    <a:pt x="83" y="84"/>
                    <a:pt x="83" y="84"/>
                  </a:cubicBezTo>
                  <a:cubicBezTo>
                    <a:pt x="90" y="90"/>
                    <a:pt x="101" y="88"/>
                    <a:pt x="107" y="81"/>
                  </a:cubicBezTo>
                  <a:cubicBezTo>
                    <a:pt x="112" y="74"/>
                    <a:pt x="111" y="63"/>
                    <a:pt x="103" y="58"/>
                  </a:cubicBezTo>
                  <a:cubicBezTo>
                    <a:pt x="30" y="3"/>
                    <a:pt x="30" y="3"/>
                    <a:pt x="30" y="3"/>
                  </a:cubicBezTo>
                  <a:cubicBezTo>
                    <a:pt x="27" y="1"/>
                    <a:pt x="23" y="0"/>
                    <a:pt x="20" y="0"/>
                  </a:cubicBezTo>
                  <a:cubicBezTo>
                    <a:pt x="14" y="0"/>
                    <a:pt x="9" y="2"/>
                    <a:pt x="6" y="7"/>
                  </a:cubicBezTo>
                  <a:cubicBezTo>
                    <a:pt x="0" y="14"/>
                    <a:pt x="2" y="24"/>
                    <a:pt x="9" y="30"/>
                  </a:cubicBezTo>
                  <a:close/>
                </a:path>
              </a:pathLst>
            </a:custGeom>
            <a:grpFill/>
            <a:ln>
              <a:solidFill>
                <a:schemeClr val="accent6">
                  <a:lumMod val="75000"/>
                </a:schemeClr>
              </a:solidFill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chemeClr val="accent6">
                    <a:lumMod val="50000"/>
                  </a:schemeClr>
                </a:solidFill>
              </a:endParaRPr>
            </a:p>
          </p:txBody>
        </p:sp>
        <p:sp>
          <p:nvSpPr>
            <p:cNvPr id="27" name="Freeform 11"/>
            <p:cNvSpPr/>
            <p:nvPr/>
          </p:nvSpPr>
          <p:spPr bwMode="auto">
            <a:xfrm>
              <a:off x="2073" y="1231"/>
              <a:ext cx="145" cy="117"/>
            </a:xfrm>
            <a:custGeom>
              <a:avLst/>
              <a:gdLst>
                <a:gd name="T0" fmla="*/ 29 w 112"/>
                <a:gd name="T1" fmla="*/ 84 h 90"/>
                <a:gd name="T2" fmla="*/ 103 w 112"/>
                <a:gd name="T3" fmla="*/ 30 h 90"/>
                <a:gd name="T4" fmla="*/ 106 w 112"/>
                <a:gd name="T5" fmla="*/ 7 h 90"/>
                <a:gd name="T6" fmla="*/ 92 w 112"/>
                <a:gd name="T7" fmla="*/ 0 h 90"/>
                <a:gd name="T8" fmla="*/ 82 w 112"/>
                <a:gd name="T9" fmla="*/ 3 h 90"/>
                <a:gd name="T10" fmla="*/ 9 w 112"/>
                <a:gd name="T11" fmla="*/ 58 h 90"/>
                <a:gd name="T12" fmla="*/ 5 w 112"/>
                <a:gd name="T13" fmla="*/ 81 h 90"/>
                <a:gd name="T14" fmla="*/ 29 w 112"/>
                <a:gd name="T15" fmla="*/ 84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2" h="90">
                  <a:moveTo>
                    <a:pt x="29" y="84"/>
                  </a:moveTo>
                  <a:cubicBezTo>
                    <a:pt x="103" y="30"/>
                    <a:pt x="103" y="30"/>
                    <a:pt x="103" y="30"/>
                  </a:cubicBezTo>
                  <a:cubicBezTo>
                    <a:pt x="110" y="24"/>
                    <a:pt x="112" y="14"/>
                    <a:pt x="106" y="7"/>
                  </a:cubicBezTo>
                  <a:cubicBezTo>
                    <a:pt x="103" y="2"/>
                    <a:pt x="98" y="0"/>
                    <a:pt x="92" y="0"/>
                  </a:cubicBezTo>
                  <a:cubicBezTo>
                    <a:pt x="89" y="0"/>
                    <a:pt x="85" y="1"/>
                    <a:pt x="82" y="3"/>
                  </a:cubicBezTo>
                  <a:cubicBezTo>
                    <a:pt x="9" y="58"/>
                    <a:pt x="9" y="58"/>
                    <a:pt x="9" y="58"/>
                  </a:cubicBezTo>
                  <a:cubicBezTo>
                    <a:pt x="1" y="63"/>
                    <a:pt x="0" y="74"/>
                    <a:pt x="5" y="81"/>
                  </a:cubicBezTo>
                  <a:cubicBezTo>
                    <a:pt x="11" y="88"/>
                    <a:pt x="22" y="90"/>
                    <a:pt x="29" y="84"/>
                  </a:cubicBezTo>
                  <a:close/>
                </a:path>
              </a:pathLst>
            </a:custGeom>
            <a:grpFill/>
            <a:ln>
              <a:solidFill>
                <a:schemeClr val="accent6">
                  <a:lumMod val="75000"/>
                </a:schemeClr>
              </a:solidFill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chemeClr val="accent6">
                    <a:lumMod val="50000"/>
                  </a:schemeClr>
                </a:solidFill>
              </a:endParaRPr>
            </a:p>
          </p:txBody>
        </p:sp>
        <p:sp>
          <p:nvSpPr>
            <p:cNvPr id="28" name="Freeform 12"/>
            <p:cNvSpPr/>
            <p:nvPr/>
          </p:nvSpPr>
          <p:spPr bwMode="auto">
            <a:xfrm>
              <a:off x="1431" y="1813"/>
              <a:ext cx="134" cy="128"/>
            </a:xfrm>
            <a:custGeom>
              <a:avLst/>
              <a:gdLst>
                <a:gd name="T0" fmla="*/ 84 w 103"/>
                <a:gd name="T1" fmla="*/ 0 h 98"/>
                <a:gd name="T2" fmla="*/ 72 w 103"/>
                <a:gd name="T3" fmla="*/ 4 h 98"/>
                <a:gd name="T4" fmla="*/ 7 w 103"/>
                <a:gd name="T5" fmla="*/ 68 h 98"/>
                <a:gd name="T6" fmla="*/ 7 w 103"/>
                <a:gd name="T7" fmla="*/ 91 h 98"/>
                <a:gd name="T8" fmla="*/ 31 w 103"/>
                <a:gd name="T9" fmla="*/ 91 h 98"/>
                <a:gd name="T10" fmla="*/ 96 w 103"/>
                <a:gd name="T11" fmla="*/ 28 h 98"/>
                <a:gd name="T12" fmla="*/ 96 w 103"/>
                <a:gd name="T13" fmla="*/ 4 h 98"/>
                <a:gd name="T14" fmla="*/ 84 w 103"/>
                <a:gd name="T15" fmla="*/ 0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3" h="98">
                  <a:moveTo>
                    <a:pt x="84" y="0"/>
                  </a:moveTo>
                  <a:cubicBezTo>
                    <a:pt x="80" y="0"/>
                    <a:pt x="75" y="1"/>
                    <a:pt x="72" y="4"/>
                  </a:cubicBezTo>
                  <a:cubicBezTo>
                    <a:pt x="7" y="68"/>
                    <a:pt x="7" y="68"/>
                    <a:pt x="7" y="68"/>
                  </a:cubicBezTo>
                  <a:cubicBezTo>
                    <a:pt x="0" y="74"/>
                    <a:pt x="0" y="85"/>
                    <a:pt x="7" y="91"/>
                  </a:cubicBezTo>
                  <a:cubicBezTo>
                    <a:pt x="13" y="98"/>
                    <a:pt x="24" y="98"/>
                    <a:pt x="31" y="91"/>
                  </a:cubicBezTo>
                  <a:cubicBezTo>
                    <a:pt x="96" y="28"/>
                    <a:pt x="96" y="28"/>
                    <a:pt x="96" y="28"/>
                  </a:cubicBezTo>
                  <a:cubicBezTo>
                    <a:pt x="103" y="21"/>
                    <a:pt x="103" y="11"/>
                    <a:pt x="96" y="4"/>
                  </a:cubicBezTo>
                  <a:cubicBezTo>
                    <a:pt x="93" y="1"/>
                    <a:pt x="88" y="0"/>
                    <a:pt x="84" y="0"/>
                  </a:cubicBezTo>
                  <a:close/>
                </a:path>
              </a:pathLst>
            </a:custGeom>
            <a:grpFill/>
            <a:ln>
              <a:solidFill>
                <a:schemeClr val="accent6">
                  <a:lumMod val="75000"/>
                </a:schemeClr>
              </a:solidFill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chemeClr val="accent6">
                    <a:lumMod val="50000"/>
                  </a:schemeClr>
                </a:solidFill>
              </a:endParaRPr>
            </a:p>
          </p:txBody>
        </p:sp>
        <p:sp>
          <p:nvSpPr>
            <p:cNvPr id="29" name="Freeform 13"/>
            <p:cNvSpPr/>
            <p:nvPr/>
          </p:nvSpPr>
          <p:spPr bwMode="auto">
            <a:xfrm>
              <a:off x="2043" y="1813"/>
              <a:ext cx="132" cy="128"/>
            </a:xfrm>
            <a:custGeom>
              <a:avLst/>
              <a:gdLst>
                <a:gd name="T0" fmla="*/ 31 w 102"/>
                <a:gd name="T1" fmla="*/ 4 h 98"/>
                <a:gd name="T2" fmla="*/ 19 w 102"/>
                <a:gd name="T3" fmla="*/ 0 h 98"/>
                <a:gd name="T4" fmla="*/ 7 w 102"/>
                <a:gd name="T5" fmla="*/ 4 h 98"/>
                <a:gd name="T6" fmla="*/ 7 w 102"/>
                <a:gd name="T7" fmla="*/ 28 h 98"/>
                <a:gd name="T8" fmla="*/ 72 w 102"/>
                <a:gd name="T9" fmla="*/ 91 h 98"/>
                <a:gd name="T10" fmla="*/ 96 w 102"/>
                <a:gd name="T11" fmla="*/ 91 h 98"/>
                <a:gd name="T12" fmla="*/ 96 w 102"/>
                <a:gd name="T13" fmla="*/ 68 h 98"/>
                <a:gd name="T14" fmla="*/ 31 w 102"/>
                <a:gd name="T15" fmla="*/ 4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2" h="98">
                  <a:moveTo>
                    <a:pt x="31" y="4"/>
                  </a:moveTo>
                  <a:cubicBezTo>
                    <a:pt x="27" y="1"/>
                    <a:pt x="23" y="0"/>
                    <a:pt x="19" y="0"/>
                  </a:cubicBezTo>
                  <a:cubicBezTo>
                    <a:pt x="14" y="0"/>
                    <a:pt x="10" y="1"/>
                    <a:pt x="7" y="4"/>
                  </a:cubicBezTo>
                  <a:cubicBezTo>
                    <a:pt x="0" y="11"/>
                    <a:pt x="0" y="21"/>
                    <a:pt x="7" y="28"/>
                  </a:cubicBezTo>
                  <a:cubicBezTo>
                    <a:pt x="72" y="91"/>
                    <a:pt x="72" y="91"/>
                    <a:pt x="72" y="91"/>
                  </a:cubicBezTo>
                  <a:cubicBezTo>
                    <a:pt x="78" y="98"/>
                    <a:pt x="89" y="98"/>
                    <a:pt x="96" y="91"/>
                  </a:cubicBezTo>
                  <a:cubicBezTo>
                    <a:pt x="102" y="85"/>
                    <a:pt x="102" y="74"/>
                    <a:pt x="96" y="68"/>
                  </a:cubicBezTo>
                  <a:lnTo>
                    <a:pt x="31" y="4"/>
                  </a:lnTo>
                  <a:close/>
                </a:path>
              </a:pathLst>
            </a:custGeom>
            <a:grpFill/>
            <a:ln>
              <a:solidFill>
                <a:schemeClr val="accent6">
                  <a:lumMod val="75000"/>
                </a:schemeClr>
              </a:solidFill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chemeClr val="accent6">
                    <a:lumMod val="50000"/>
                  </a:schemeClr>
                </a:solidFill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 advClick="0"/>
    </mc:Choice>
    <mc:Fallback>
      <p:transition spd="med" advClick="0"/>
    </mc:Fallback>
  </mc:AlternateContent>
  <p:timing>
    <p:tnLst>
      <p:par>
        <p:cTn id="1" dur="indefinite" restart="never" nodeType="tmRoot"/>
      </p:par>
    </p:tnLst>
    <p:bldLst>
      <p:bldP spid="18" grpId="0"/>
      <p:bldP spid="1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"/>
          <p:cNvSpPr>
            <a:spLocks noGrp="1"/>
          </p:cNvSpPr>
          <p:nvPr/>
        </p:nvSpPr>
        <p:spPr>
          <a:xfrm>
            <a:off x="1420399" y="228600"/>
            <a:ext cx="3429000" cy="46609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rgbClr val="22603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Tx/>
              <a:buSzTx/>
              <a:buFontTx/>
            </a:pPr>
            <a:r>
              <a:rPr lang="zh-CN" altLang="en-US" sz="2800" dirty="0">
                <a:solidFill>
                  <a:schemeClr val="bg1"/>
                </a:solidFill>
                <a:latin typeface="+mn-ea"/>
                <a:ea typeface="+mn-ea"/>
                <a:cs typeface="+mn-ea"/>
                <a:sym typeface="+mn-ea"/>
              </a:rPr>
              <a:t>系统需求分析</a:t>
            </a:r>
            <a:endParaRPr lang="zh-CN" altLang="en-US" sz="2800" dirty="0">
              <a:solidFill>
                <a:schemeClr val="bg1"/>
              </a:solidFill>
              <a:latin typeface="+mn-ea"/>
              <a:ea typeface="+mn-ea"/>
              <a:cs typeface="+mn-ea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65992" y="-68707"/>
            <a:ext cx="871728" cy="882568"/>
          </a:xfrm>
          <a:prstGeom prst="rect">
            <a:avLst/>
          </a:prstGeom>
        </p:spPr>
      </p:pic>
      <p:pic>
        <p:nvPicPr>
          <p:cNvPr id="1701216631" name="图片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298575" y="1578610"/>
            <a:ext cx="9343390" cy="490601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4777740" y="6484620"/>
            <a:ext cx="5080000" cy="373380"/>
          </a:xfrm>
          <a:prstGeom prst="rect">
            <a:avLst/>
          </a:prstGeom>
        </p:spPr>
        <p:txBody>
          <a:bodyPr>
            <a:spAutoFit/>
          </a:bodyPr>
          <a:p>
            <a:pPr marL="0" indent="127000" algn="just" defTabSz="266700">
              <a:lnSpc>
                <a:spcPts val="22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系统模块图</a:t>
            </a:r>
            <a:endParaRPr lang="zh-CN" altLang="en-US" sz="16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09575" y="814070"/>
            <a:ext cx="10652125" cy="8604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127000" algn="just" defTabSz="266700" fontAlgn="auto">
              <a:lnSpc>
                <a:spcPts val="3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  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功能需求分析：系统从</a:t>
            </a:r>
            <a:r>
              <a:rPr lang="zh-CN" altLang="en-US" sz="2400">
                <a:latin typeface="Times New Roman" panose="02020603050405020304"/>
                <a:ea typeface="宋体" panose="02010600030101010101" pitchFamily="2" charset="-122"/>
                <a:sym typeface="+mn-ea"/>
              </a:rPr>
              <a:t>“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设备</a:t>
            </a:r>
            <a:r>
              <a:rPr lang="en-US" altLang="zh-CN" sz="2400">
                <a:latin typeface="Times New Roman" panose="02020603050405020304"/>
                <a:ea typeface="宋体" panose="02010600030101010101" pitchFamily="2" charset="-122"/>
                <a:sym typeface="+mn-ea"/>
              </a:rPr>
              <a:t>—</a:t>
            </a:r>
            <a:r>
              <a:rPr lang="zh-CN" altLang="en-US" sz="2400">
                <a:latin typeface="Times New Roman" panose="02020603050405020304"/>
                <a:ea typeface="宋体" panose="02010600030101010101" pitchFamily="2" charset="-122"/>
                <a:sym typeface="+mn-ea"/>
              </a:rPr>
              <a:t>识别</a:t>
            </a:r>
            <a:r>
              <a:rPr lang="en-US" altLang="zh-CN" sz="2400">
                <a:latin typeface="Times New Roman" panose="02020603050405020304"/>
                <a:ea typeface="宋体" panose="02010600030101010101" pitchFamily="2" charset="-122"/>
                <a:sym typeface="+mn-ea"/>
              </a:rPr>
              <a:t>—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预警</a:t>
            </a:r>
            <a:r>
              <a:rPr lang="en-US" altLang="zh-CN" sz="2400">
                <a:latin typeface="Times New Roman" panose="02020603050405020304"/>
                <a:ea typeface="宋体" panose="02010600030101010101" pitchFamily="2" charset="-122"/>
                <a:sym typeface="+mn-ea"/>
              </a:rPr>
              <a:t>—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预测</a:t>
            </a:r>
            <a:r>
              <a:rPr lang="en-US" altLang="zh-CN" sz="2400">
                <a:latin typeface="Times New Roman" panose="02020603050405020304"/>
                <a:ea typeface="宋体" panose="02010600030101010101" pitchFamily="2" charset="-122"/>
                <a:sym typeface="+mn-ea"/>
              </a:rPr>
              <a:t>—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管理</a:t>
            </a:r>
            <a:r>
              <a:rPr lang="zh-CN" altLang="en-US" sz="2400">
                <a:latin typeface="Times New Roman" panose="02020603050405020304"/>
                <a:ea typeface="宋体" panose="02010600030101010101" pitchFamily="2" charset="-122"/>
                <a:sym typeface="+mn-ea"/>
              </a:rPr>
              <a:t>”</a:t>
            </a:r>
            <a:r>
              <a:rPr lang="en-US" altLang="zh-CN" sz="2400">
                <a:latin typeface="Times New Roman" panose="02020603050405020304"/>
                <a:ea typeface="宋体" panose="02010600030101010101" pitchFamily="2" charset="-122"/>
                <a:sym typeface="+mn-ea"/>
              </a:rPr>
              <a:t>5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个主要功能设计为功能模块，同时与用户管理、模型管理等模块联用。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 advClick="0"/>
    </mc:Choice>
    <mc:Fallback>
      <p:transition spd="med" advClick="0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标题 1"/>
          <p:cNvSpPr>
            <a:spLocks noGrp="1"/>
          </p:cNvSpPr>
          <p:nvPr/>
        </p:nvSpPr>
        <p:spPr>
          <a:xfrm>
            <a:off x="1420399" y="228600"/>
            <a:ext cx="3429000" cy="46609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rgbClr val="22603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800" dirty="0">
                <a:solidFill>
                  <a:schemeClr val="bg1"/>
                </a:solidFill>
                <a:latin typeface="+mn-ea"/>
                <a:ea typeface="+mn-ea"/>
                <a:cs typeface="+mn-ea"/>
              </a:rPr>
              <a:t>系统总体结构设计</a:t>
            </a:r>
            <a:endParaRPr lang="zh-CN" altLang="en-US" sz="2800" dirty="0">
              <a:solidFill>
                <a:schemeClr val="bg1"/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164455" y="5857875"/>
            <a:ext cx="14827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系统架构图</a:t>
            </a:r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59025" y="1089025"/>
            <a:ext cx="7473950" cy="46799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 advClick="0"/>
    </mc:Choice>
    <mc:Fallback>
      <p:transition spd="med" advClick="0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/>
        </p:nvSpPr>
        <p:spPr>
          <a:xfrm>
            <a:off x="4509135" y="-627380"/>
            <a:ext cx="3867785" cy="77241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9600" dirty="0">
                <a:gradFill>
                  <a:gsLst>
                    <a:gs pos="0">
                      <a:srgbClr val="CBE6DD"/>
                    </a:gs>
                    <a:gs pos="100000">
                      <a:srgbClr val="74A899"/>
                    </a:gs>
                  </a:gsLst>
                  <a:lin ang="10800000" scaled="0"/>
                </a:gradFill>
                <a:latin typeface="Impact" panose="020B0806030902050204" charset="0"/>
                <a:ea typeface="华文琥珀" panose="02010800040101010101" charset="-122"/>
              </a:rPr>
              <a:t>3</a:t>
            </a:r>
            <a:endParaRPr lang="en-US" altLang="zh-CN" sz="49600" dirty="0">
              <a:gradFill>
                <a:gsLst>
                  <a:gs pos="0">
                    <a:srgbClr val="CBE6DD"/>
                  </a:gs>
                  <a:gs pos="100000">
                    <a:srgbClr val="74A899"/>
                  </a:gs>
                </a:gsLst>
                <a:lin ang="10800000" scaled="0"/>
              </a:gradFill>
              <a:latin typeface="Impact" panose="020B0806030902050204" charset="0"/>
              <a:ea typeface="华文琥珀" panose="02010800040101010101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4528877" y="3405802"/>
            <a:ext cx="313477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dirty="0">
                <a:solidFill>
                  <a:schemeClr val="bg1"/>
                </a:solidFill>
                <a:latin typeface="方正静蕾简体" panose="02000000000000000000" pitchFamily="2" charset="-122"/>
                <a:ea typeface="方正静蕾简体" panose="02000000000000000000" pitchFamily="2" charset="-122"/>
              </a:rPr>
              <a:t>论文概述</a:t>
            </a:r>
            <a:endParaRPr lang="zh-CN" altLang="en-US" sz="2800" dirty="0">
              <a:solidFill>
                <a:schemeClr val="bg1"/>
              </a:solidFill>
              <a:latin typeface="方正静蕾简体" panose="02000000000000000000" pitchFamily="2" charset="-122"/>
              <a:ea typeface="方正静蕾简体" panose="02000000000000000000" pitchFamily="2" charset="-122"/>
            </a:endParaRPr>
          </a:p>
        </p:txBody>
      </p:sp>
      <p:pic>
        <p:nvPicPr>
          <p:cNvPr id="5" name="图片 4" descr="1cb5a94826d881d8f97b4bd614ba2311"/>
          <p:cNvPicPr>
            <a:picLocks noChangeAspect="1"/>
          </p:cNvPicPr>
          <p:nvPr/>
        </p:nvPicPr>
        <p:blipFill rotWithShape="1">
          <a:blip r:embed="rId1"/>
          <a:srcRect l="-467" t="70762" r="65" b="349"/>
          <a:stretch>
            <a:fillRect/>
          </a:stretch>
        </p:blipFill>
        <p:spPr>
          <a:xfrm>
            <a:off x="1331088" y="3310358"/>
            <a:ext cx="9479665" cy="954559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4727632" y="3405802"/>
            <a:ext cx="313477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800" b="1" kern="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系统</a:t>
            </a:r>
            <a:r>
              <a:rPr lang="zh-CN" altLang="en-US" sz="2800" b="1" kern="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设计与实现</a:t>
            </a:r>
            <a:endParaRPr lang="zh-CN" altLang="en-US" sz="2800" b="1" kern="1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grpSp>
        <p:nvGrpSpPr>
          <p:cNvPr id="7" name="Group 4"/>
          <p:cNvGrpSpPr>
            <a:grpSpLocks noChangeAspect="1"/>
          </p:cNvGrpSpPr>
          <p:nvPr/>
        </p:nvGrpSpPr>
        <p:grpSpPr bwMode="auto">
          <a:xfrm flipV="1">
            <a:off x="5703098" y="2499053"/>
            <a:ext cx="739929" cy="763583"/>
            <a:chOff x="1308" y="1009"/>
            <a:chExt cx="1001" cy="1033"/>
          </a:xfrm>
          <a:noFill/>
        </p:grpSpPr>
        <p:sp>
          <p:nvSpPr>
            <p:cNvPr id="8" name="Freeform 5"/>
            <p:cNvSpPr/>
            <p:nvPr/>
          </p:nvSpPr>
          <p:spPr bwMode="auto">
            <a:xfrm>
              <a:off x="1533" y="1009"/>
              <a:ext cx="571" cy="830"/>
            </a:xfrm>
            <a:custGeom>
              <a:avLst/>
              <a:gdLst>
                <a:gd name="T0" fmla="*/ 404 w 439"/>
                <a:gd name="T1" fmla="*/ 298 h 638"/>
                <a:gd name="T2" fmla="*/ 321 w 439"/>
                <a:gd name="T3" fmla="*/ 223 h 638"/>
                <a:gd name="T4" fmla="*/ 321 w 439"/>
                <a:gd name="T5" fmla="*/ 50 h 638"/>
                <a:gd name="T6" fmla="*/ 318 w 439"/>
                <a:gd name="T7" fmla="*/ 41 h 638"/>
                <a:gd name="T8" fmla="*/ 221 w 439"/>
                <a:gd name="T9" fmla="*/ 0 h 638"/>
                <a:gd name="T10" fmla="*/ 118 w 439"/>
                <a:gd name="T11" fmla="*/ 40 h 638"/>
                <a:gd name="T12" fmla="*/ 114 w 439"/>
                <a:gd name="T13" fmla="*/ 50 h 638"/>
                <a:gd name="T14" fmla="*/ 114 w 439"/>
                <a:gd name="T15" fmla="*/ 225 h 638"/>
                <a:gd name="T16" fmla="*/ 34 w 439"/>
                <a:gd name="T17" fmla="*/ 300 h 638"/>
                <a:gd name="T18" fmla="*/ 0 w 439"/>
                <a:gd name="T19" fmla="*/ 418 h 638"/>
                <a:gd name="T20" fmla="*/ 220 w 439"/>
                <a:gd name="T21" fmla="*/ 638 h 638"/>
                <a:gd name="T22" fmla="*/ 439 w 439"/>
                <a:gd name="T23" fmla="*/ 418 h 638"/>
                <a:gd name="T24" fmla="*/ 404 w 439"/>
                <a:gd name="T25" fmla="*/ 298 h 6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9" h="638">
                  <a:moveTo>
                    <a:pt x="404" y="298"/>
                  </a:moveTo>
                  <a:cubicBezTo>
                    <a:pt x="383" y="267"/>
                    <a:pt x="355" y="241"/>
                    <a:pt x="321" y="223"/>
                  </a:cubicBezTo>
                  <a:cubicBezTo>
                    <a:pt x="321" y="222"/>
                    <a:pt x="321" y="50"/>
                    <a:pt x="321" y="50"/>
                  </a:cubicBezTo>
                  <a:cubicBezTo>
                    <a:pt x="321" y="47"/>
                    <a:pt x="320" y="44"/>
                    <a:pt x="318" y="41"/>
                  </a:cubicBezTo>
                  <a:cubicBezTo>
                    <a:pt x="316" y="39"/>
                    <a:pt x="282" y="0"/>
                    <a:pt x="221" y="0"/>
                  </a:cubicBezTo>
                  <a:cubicBezTo>
                    <a:pt x="162" y="0"/>
                    <a:pt x="120" y="38"/>
                    <a:pt x="118" y="40"/>
                  </a:cubicBezTo>
                  <a:cubicBezTo>
                    <a:pt x="116" y="43"/>
                    <a:pt x="114" y="46"/>
                    <a:pt x="114" y="50"/>
                  </a:cubicBezTo>
                  <a:cubicBezTo>
                    <a:pt x="114" y="50"/>
                    <a:pt x="114" y="223"/>
                    <a:pt x="114" y="225"/>
                  </a:cubicBezTo>
                  <a:cubicBezTo>
                    <a:pt x="81" y="243"/>
                    <a:pt x="54" y="269"/>
                    <a:pt x="34" y="300"/>
                  </a:cubicBezTo>
                  <a:cubicBezTo>
                    <a:pt x="11" y="335"/>
                    <a:pt x="0" y="376"/>
                    <a:pt x="0" y="418"/>
                  </a:cubicBezTo>
                  <a:cubicBezTo>
                    <a:pt x="0" y="539"/>
                    <a:pt x="98" y="638"/>
                    <a:pt x="220" y="638"/>
                  </a:cubicBezTo>
                  <a:cubicBezTo>
                    <a:pt x="341" y="638"/>
                    <a:pt x="439" y="539"/>
                    <a:pt x="439" y="418"/>
                  </a:cubicBezTo>
                  <a:cubicBezTo>
                    <a:pt x="439" y="375"/>
                    <a:pt x="427" y="334"/>
                    <a:pt x="404" y="298"/>
                  </a:cubicBezTo>
                  <a:close/>
                </a:path>
              </a:pathLst>
            </a:custGeom>
            <a:grpFill/>
            <a:ln>
              <a:solidFill>
                <a:schemeClr val="accent6">
                  <a:lumMod val="75000"/>
                </a:schemeClr>
              </a:solidFill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chemeClr val="accent6">
                    <a:lumMod val="50000"/>
                  </a:schemeClr>
                </a:solidFill>
              </a:endParaRPr>
            </a:p>
          </p:txBody>
        </p:sp>
        <p:sp>
          <p:nvSpPr>
            <p:cNvPr id="9" name="Freeform 6"/>
            <p:cNvSpPr>
              <a:spLocks noEditPoints="1"/>
            </p:cNvSpPr>
            <p:nvPr/>
          </p:nvSpPr>
          <p:spPr bwMode="auto">
            <a:xfrm>
              <a:off x="1526" y="1009"/>
              <a:ext cx="573" cy="830"/>
            </a:xfrm>
            <a:custGeom>
              <a:avLst/>
              <a:gdLst>
                <a:gd name="T0" fmla="*/ 440 w 440"/>
                <a:gd name="T1" fmla="*/ 418 h 638"/>
                <a:gd name="T2" fmla="*/ 322 w 440"/>
                <a:gd name="T3" fmla="*/ 223 h 638"/>
                <a:gd name="T4" fmla="*/ 319 w 440"/>
                <a:gd name="T5" fmla="*/ 41 h 638"/>
                <a:gd name="T6" fmla="*/ 119 w 440"/>
                <a:gd name="T7" fmla="*/ 40 h 638"/>
                <a:gd name="T8" fmla="*/ 114 w 440"/>
                <a:gd name="T9" fmla="*/ 225 h 638"/>
                <a:gd name="T10" fmla="*/ 0 w 440"/>
                <a:gd name="T11" fmla="*/ 418 h 638"/>
                <a:gd name="T12" fmla="*/ 143 w 440"/>
                <a:gd name="T13" fmla="*/ 75 h 638"/>
                <a:gd name="T14" fmla="*/ 294 w 440"/>
                <a:gd name="T15" fmla="*/ 134 h 638"/>
                <a:gd name="T16" fmla="*/ 143 w 440"/>
                <a:gd name="T17" fmla="*/ 75 h 638"/>
                <a:gd name="T18" fmla="*/ 294 w 440"/>
                <a:gd name="T19" fmla="*/ 162 h 638"/>
                <a:gd name="T20" fmla="*/ 294 w 440"/>
                <a:gd name="T21" fmla="*/ 189 h 638"/>
                <a:gd name="T22" fmla="*/ 143 w 440"/>
                <a:gd name="T23" fmla="*/ 134 h 638"/>
                <a:gd name="T24" fmla="*/ 213 w 440"/>
                <a:gd name="T25" fmla="*/ 411 h 638"/>
                <a:gd name="T26" fmla="*/ 184 w 440"/>
                <a:gd name="T27" fmla="*/ 400 h 638"/>
                <a:gd name="T28" fmla="*/ 196 w 440"/>
                <a:gd name="T29" fmla="*/ 200 h 638"/>
                <a:gd name="T30" fmla="*/ 230 w 440"/>
                <a:gd name="T31" fmla="*/ 228 h 638"/>
                <a:gd name="T32" fmla="*/ 218 w 440"/>
                <a:gd name="T33" fmla="*/ 408 h 638"/>
                <a:gd name="T34" fmla="*/ 213 w 440"/>
                <a:gd name="T35" fmla="*/ 459 h 638"/>
                <a:gd name="T36" fmla="*/ 213 w 440"/>
                <a:gd name="T37" fmla="*/ 435 h 638"/>
                <a:gd name="T38" fmla="*/ 136 w 440"/>
                <a:gd name="T39" fmla="*/ 245 h 638"/>
                <a:gd name="T40" fmla="*/ 143 w 440"/>
                <a:gd name="T41" fmla="*/ 191 h 638"/>
                <a:gd name="T42" fmla="*/ 183 w 440"/>
                <a:gd name="T43" fmla="*/ 228 h 638"/>
                <a:gd name="T44" fmla="*/ 146 w 440"/>
                <a:gd name="T45" fmla="*/ 411 h 638"/>
                <a:gd name="T46" fmla="*/ 139 w 440"/>
                <a:gd name="T47" fmla="*/ 470 h 638"/>
                <a:gd name="T48" fmla="*/ 181 w 440"/>
                <a:gd name="T49" fmla="*/ 421 h 638"/>
                <a:gd name="T50" fmla="*/ 188 w 440"/>
                <a:gd name="T51" fmla="*/ 450 h 638"/>
                <a:gd name="T52" fmla="*/ 237 w 440"/>
                <a:gd name="T53" fmla="*/ 450 h 638"/>
                <a:gd name="T54" fmla="*/ 245 w 440"/>
                <a:gd name="T55" fmla="*/ 421 h 638"/>
                <a:gd name="T56" fmla="*/ 286 w 440"/>
                <a:gd name="T57" fmla="*/ 470 h 638"/>
                <a:gd name="T58" fmla="*/ 279 w 440"/>
                <a:gd name="T59" fmla="*/ 411 h 638"/>
                <a:gd name="T60" fmla="*/ 243 w 440"/>
                <a:gd name="T61" fmla="*/ 228 h 638"/>
                <a:gd name="T62" fmla="*/ 294 w 440"/>
                <a:gd name="T63" fmla="*/ 217 h 638"/>
                <a:gd name="T64" fmla="*/ 302 w 440"/>
                <a:gd name="T65" fmla="*/ 244 h 638"/>
                <a:gd name="T66" fmla="*/ 220 w 440"/>
                <a:gd name="T67" fmla="*/ 610 h 638"/>
                <a:gd name="T68" fmla="*/ 136 w 440"/>
                <a:gd name="T69" fmla="*/ 245 h 638"/>
                <a:gd name="T70" fmla="*/ 160 w 440"/>
                <a:gd name="T71" fmla="*/ 443 h 638"/>
                <a:gd name="T72" fmla="*/ 143 w 440"/>
                <a:gd name="T73" fmla="*/ 447 h 638"/>
                <a:gd name="T74" fmla="*/ 168 w 440"/>
                <a:gd name="T75" fmla="*/ 422 h 638"/>
                <a:gd name="T76" fmla="*/ 273 w 440"/>
                <a:gd name="T77" fmla="*/ 429 h 638"/>
                <a:gd name="T78" fmla="*/ 280 w 440"/>
                <a:gd name="T79" fmla="*/ 452 h 638"/>
                <a:gd name="T80" fmla="*/ 258 w 440"/>
                <a:gd name="T81" fmla="*/ 422 h 6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40" h="638">
                  <a:moveTo>
                    <a:pt x="220" y="638"/>
                  </a:moveTo>
                  <a:cubicBezTo>
                    <a:pt x="342" y="638"/>
                    <a:pt x="440" y="539"/>
                    <a:pt x="440" y="418"/>
                  </a:cubicBezTo>
                  <a:cubicBezTo>
                    <a:pt x="440" y="375"/>
                    <a:pt x="428" y="334"/>
                    <a:pt x="405" y="298"/>
                  </a:cubicBezTo>
                  <a:cubicBezTo>
                    <a:pt x="384" y="267"/>
                    <a:pt x="356" y="241"/>
                    <a:pt x="322" y="223"/>
                  </a:cubicBezTo>
                  <a:cubicBezTo>
                    <a:pt x="322" y="222"/>
                    <a:pt x="322" y="50"/>
                    <a:pt x="322" y="50"/>
                  </a:cubicBezTo>
                  <a:cubicBezTo>
                    <a:pt x="322" y="47"/>
                    <a:pt x="321" y="44"/>
                    <a:pt x="319" y="41"/>
                  </a:cubicBezTo>
                  <a:cubicBezTo>
                    <a:pt x="317" y="39"/>
                    <a:pt x="283" y="0"/>
                    <a:pt x="222" y="0"/>
                  </a:cubicBezTo>
                  <a:cubicBezTo>
                    <a:pt x="162" y="0"/>
                    <a:pt x="121" y="38"/>
                    <a:pt x="119" y="40"/>
                  </a:cubicBezTo>
                  <a:cubicBezTo>
                    <a:pt x="117" y="43"/>
                    <a:pt x="115" y="46"/>
                    <a:pt x="115" y="50"/>
                  </a:cubicBezTo>
                  <a:cubicBezTo>
                    <a:pt x="115" y="50"/>
                    <a:pt x="115" y="223"/>
                    <a:pt x="114" y="225"/>
                  </a:cubicBezTo>
                  <a:cubicBezTo>
                    <a:pt x="82" y="243"/>
                    <a:pt x="55" y="269"/>
                    <a:pt x="35" y="300"/>
                  </a:cubicBezTo>
                  <a:cubicBezTo>
                    <a:pt x="12" y="335"/>
                    <a:pt x="0" y="376"/>
                    <a:pt x="0" y="418"/>
                  </a:cubicBezTo>
                  <a:cubicBezTo>
                    <a:pt x="0" y="539"/>
                    <a:pt x="99" y="638"/>
                    <a:pt x="220" y="638"/>
                  </a:cubicBezTo>
                  <a:close/>
                  <a:moveTo>
                    <a:pt x="143" y="75"/>
                  </a:moveTo>
                  <a:cubicBezTo>
                    <a:pt x="294" y="102"/>
                    <a:pt x="294" y="102"/>
                    <a:pt x="294" y="102"/>
                  </a:cubicBezTo>
                  <a:cubicBezTo>
                    <a:pt x="294" y="134"/>
                    <a:pt x="294" y="134"/>
                    <a:pt x="294" y="134"/>
                  </a:cubicBezTo>
                  <a:cubicBezTo>
                    <a:pt x="143" y="106"/>
                    <a:pt x="143" y="106"/>
                    <a:pt x="143" y="106"/>
                  </a:cubicBezTo>
                  <a:lnTo>
                    <a:pt x="143" y="75"/>
                  </a:lnTo>
                  <a:close/>
                  <a:moveTo>
                    <a:pt x="143" y="134"/>
                  </a:moveTo>
                  <a:cubicBezTo>
                    <a:pt x="294" y="162"/>
                    <a:pt x="294" y="162"/>
                    <a:pt x="294" y="162"/>
                  </a:cubicBezTo>
                  <a:cubicBezTo>
                    <a:pt x="294" y="180"/>
                    <a:pt x="294" y="180"/>
                    <a:pt x="294" y="180"/>
                  </a:cubicBezTo>
                  <a:cubicBezTo>
                    <a:pt x="294" y="189"/>
                    <a:pt x="294" y="189"/>
                    <a:pt x="294" y="189"/>
                  </a:cubicBezTo>
                  <a:cubicBezTo>
                    <a:pt x="143" y="163"/>
                    <a:pt x="143" y="163"/>
                    <a:pt x="143" y="163"/>
                  </a:cubicBezTo>
                  <a:lnTo>
                    <a:pt x="143" y="134"/>
                  </a:lnTo>
                  <a:close/>
                  <a:moveTo>
                    <a:pt x="218" y="408"/>
                  </a:moveTo>
                  <a:cubicBezTo>
                    <a:pt x="216" y="409"/>
                    <a:pt x="214" y="410"/>
                    <a:pt x="213" y="411"/>
                  </a:cubicBezTo>
                  <a:cubicBezTo>
                    <a:pt x="211" y="410"/>
                    <a:pt x="209" y="409"/>
                    <a:pt x="207" y="408"/>
                  </a:cubicBezTo>
                  <a:cubicBezTo>
                    <a:pt x="201" y="404"/>
                    <a:pt x="193" y="402"/>
                    <a:pt x="184" y="400"/>
                  </a:cubicBezTo>
                  <a:cubicBezTo>
                    <a:pt x="191" y="354"/>
                    <a:pt x="194" y="273"/>
                    <a:pt x="195" y="228"/>
                  </a:cubicBezTo>
                  <a:cubicBezTo>
                    <a:pt x="195" y="215"/>
                    <a:pt x="196" y="205"/>
                    <a:pt x="196" y="200"/>
                  </a:cubicBezTo>
                  <a:cubicBezTo>
                    <a:pt x="230" y="206"/>
                    <a:pt x="230" y="206"/>
                    <a:pt x="230" y="206"/>
                  </a:cubicBezTo>
                  <a:cubicBezTo>
                    <a:pt x="230" y="211"/>
                    <a:pt x="230" y="219"/>
                    <a:pt x="230" y="228"/>
                  </a:cubicBezTo>
                  <a:cubicBezTo>
                    <a:pt x="231" y="273"/>
                    <a:pt x="234" y="354"/>
                    <a:pt x="241" y="400"/>
                  </a:cubicBezTo>
                  <a:cubicBezTo>
                    <a:pt x="233" y="402"/>
                    <a:pt x="225" y="404"/>
                    <a:pt x="218" y="408"/>
                  </a:cubicBezTo>
                  <a:close/>
                  <a:moveTo>
                    <a:pt x="225" y="448"/>
                  </a:moveTo>
                  <a:cubicBezTo>
                    <a:pt x="224" y="452"/>
                    <a:pt x="218" y="459"/>
                    <a:pt x="213" y="459"/>
                  </a:cubicBezTo>
                  <a:cubicBezTo>
                    <a:pt x="208" y="459"/>
                    <a:pt x="201" y="452"/>
                    <a:pt x="201" y="448"/>
                  </a:cubicBezTo>
                  <a:cubicBezTo>
                    <a:pt x="201" y="445"/>
                    <a:pt x="204" y="439"/>
                    <a:pt x="213" y="435"/>
                  </a:cubicBezTo>
                  <a:cubicBezTo>
                    <a:pt x="221" y="439"/>
                    <a:pt x="225" y="445"/>
                    <a:pt x="225" y="448"/>
                  </a:cubicBezTo>
                  <a:close/>
                  <a:moveTo>
                    <a:pt x="136" y="245"/>
                  </a:moveTo>
                  <a:cubicBezTo>
                    <a:pt x="144" y="242"/>
                    <a:pt x="144" y="242"/>
                    <a:pt x="144" y="242"/>
                  </a:cubicBezTo>
                  <a:cubicBezTo>
                    <a:pt x="143" y="191"/>
                    <a:pt x="143" y="191"/>
                    <a:pt x="143" y="191"/>
                  </a:cubicBezTo>
                  <a:cubicBezTo>
                    <a:pt x="183" y="198"/>
                    <a:pt x="183" y="198"/>
                    <a:pt x="183" y="198"/>
                  </a:cubicBezTo>
                  <a:cubicBezTo>
                    <a:pt x="183" y="205"/>
                    <a:pt x="183" y="215"/>
                    <a:pt x="183" y="228"/>
                  </a:cubicBezTo>
                  <a:cubicBezTo>
                    <a:pt x="181" y="278"/>
                    <a:pt x="178" y="360"/>
                    <a:pt x="172" y="400"/>
                  </a:cubicBezTo>
                  <a:cubicBezTo>
                    <a:pt x="162" y="401"/>
                    <a:pt x="153" y="404"/>
                    <a:pt x="146" y="411"/>
                  </a:cubicBezTo>
                  <a:cubicBezTo>
                    <a:pt x="138" y="418"/>
                    <a:pt x="133" y="429"/>
                    <a:pt x="131" y="441"/>
                  </a:cubicBezTo>
                  <a:cubicBezTo>
                    <a:pt x="129" y="453"/>
                    <a:pt x="132" y="464"/>
                    <a:pt x="139" y="470"/>
                  </a:cubicBezTo>
                  <a:cubicBezTo>
                    <a:pt x="146" y="477"/>
                    <a:pt x="158" y="477"/>
                    <a:pt x="170" y="457"/>
                  </a:cubicBezTo>
                  <a:cubicBezTo>
                    <a:pt x="174" y="449"/>
                    <a:pt x="178" y="436"/>
                    <a:pt x="181" y="421"/>
                  </a:cubicBezTo>
                  <a:cubicBezTo>
                    <a:pt x="186" y="421"/>
                    <a:pt x="192" y="423"/>
                    <a:pt x="197" y="425"/>
                  </a:cubicBezTo>
                  <a:cubicBezTo>
                    <a:pt x="189" y="434"/>
                    <a:pt x="188" y="444"/>
                    <a:pt x="188" y="450"/>
                  </a:cubicBezTo>
                  <a:cubicBezTo>
                    <a:pt x="189" y="464"/>
                    <a:pt x="200" y="480"/>
                    <a:pt x="213" y="480"/>
                  </a:cubicBezTo>
                  <a:cubicBezTo>
                    <a:pt x="225" y="480"/>
                    <a:pt x="236" y="464"/>
                    <a:pt x="237" y="450"/>
                  </a:cubicBezTo>
                  <a:cubicBezTo>
                    <a:pt x="237" y="444"/>
                    <a:pt x="236" y="434"/>
                    <a:pt x="229" y="425"/>
                  </a:cubicBezTo>
                  <a:cubicBezTo>
                    <a:pt x="234" y="423"/>
                    <a:pt x="239" y="421"/>
                    <a:pt x="245" y="421"/>
                  </a:cubicBezTo>
                  <a:cubicBezTo>
                    <a:pt x="248" y="436"/>
                    <a:pt x="251" y="449"/>
                    <a:pt x="256" y="457"/>
                  </a:cubicBezTo>
                  <a:cubicBezTo>
                    <a:pt x="267" y="477"/>
                    <a:pt x="279" y="477"/>
                    <a:pt x="286" y="470"/>
                  </a:cubicBezTo>
                  <a:cubicBezTo>
                    <a:pt x="293" y="464"/>
                    <a:pt x="296" y="453"/>
                    <a:pt x="294" y="441"/>
                  </a:cubicBezTo>
                  <a:cubicBezTo>
                    <a:pt x="292" y="429"/>
                    <a:pt x="287" y="418"/>
                    <a:pt x="279" y="411"/>
                  </a:cubicBezTo>
                  <a:cubicBezTo>
                    <a:pt x="272" y="404"/>
                    <a:pt x="263" y="401"/>
                    <a:pt x="254" y="400"/>
                  </a:cubicBezTo>
                  <a:cubicBezTo>
                    <a:pt x="247" y="360"/>
                    <a:pt x="244" y="278"/>
                    <a:pt x="243" y="228"/>
                  </a:cubicBezTo>
                  <a:cubicBezTo>
                    <a:pt x="243" y="220"/>
                    <a:pt x="242" y="214"/>
                    <a:pt x="242" y="208"/>
                  </a:cubicBezTo>
                  <a:cubicBezTo>
                    <a:pt x="294" y="217"/>
                    <a:pt x="294" y="217"/>
                    <a:pt x="294" y="217"/>
                  </a:cubicBezTo>
                  <a:cubicBezTo>
                    <a:pt x="294" y="240"/>
                    <a:pt x="294" y="240"/>
                    <a:pt x="294" y="240"/>
                  </a:cubicBezTo>
                  <a:cubicBezTo>
                    <a:pt x="302" y="244"/>
                    <a:pt x="302" y="244"/>
                    <a:pt x="302" y="244"/>
                  </a:cubicBezTo>
                  <a:cubicBezTo>
                    <a:pt x="369" y="275"/>
                    <a:pt x="413" y="344"/>
                    <a:pt x="413" y="418"/>
                  </a:cubicBezTo>
                  <a:cubicBezTo>
                    <a:pt x="413" y="524"/>
                    <a:pt x="326" y="610"/>
                    <a:pt x="220" y="610"/>
                  </a:cubicBezTo>
                  <a:cubicBezTo>
                    <a:pt x="114" y="610"/>
                    <a:pt x="28" y="524"/>
                    <a:pt x="28" y="418"/>
                  </a:cubicBezTo>
                  <a:cubicBezTo>
                    <a:pt x="28" y="344"/>
                    <a:pt x="70" y="278"/>
                    <a:pt x="136" y="245"/>
                  </a:cubicBezTo>
                  <a:close/>
                  <a:moveTo>
                    <a:pt x="168" y="422"/>
                  </a:moveTo>
                  <a:cubicBezTo>
                    <a:pt x="165" y="431"/>
                    <a:pt x="163" y="438"/>
                    <a:pt x="160" y="443"/>
                  </a:cubicBezTo>
                  <a:cubicBezTo>
                    <a:pt x="154" y="454"/>
                    <a:pt x="148" y="455"/>
                    <a:pt x="145" y="452"/>
                  </a:cubicBezTo>
                  <a:cubicBezTo>
                    <a:pt x="144" y="451"/>
                    <a:pt x="143" y="449"/>
                    <a:pt x="143" y="447"/>
                  </a:cubicBezTo>
                  <a:cubicBezTo>
                    <a:pt x="144" y="439"/>
                    <a:pt x="147" y="434"/>
                    <a:pt x="152" y="429"/>
                  </a:cubicBezTo>
                  <a:cubicBezTo>
                    <a:pt x="156" y="425"/>
                    <a:pt x="162" y="423"/>
                    <a:pt x="168" y="422"/>
                  </a:cubicBezTo>
                  <a:close/>
                  <a:moveTo>
                    <a:pt x="258" y="422"/>
                  </a:moveTo>
                  <a:cubicBezTo>
                    <a:pt x="264" y="423"/>
                    <a:pt x="269" y="425"/>
                    <a:pt x="273" y="429"/>
                  </a:cubicBezTo>
                  <a:cubicBezTo>
                    <a:pt x="278" y="434"/>
                    <a:pt x="281" y="439"/>
                    <a:pt x="282" y="447"/>
                  </a:cubicBezTo>
                  <a:cubicBezTo>
                    <a:pt x="283" y="449"/>
                    <a:pt x="282" y="451"/>
                    <a:pt x="280" y="452"/>
                  </a:cubicBezTo>
                  <a:cubicBezTo>
                    <a:pt x="277" y="455"/>
                    <a:pt x="271" y="454"/>
                    <a:pt x="265" y="443"/>
                  </a:cubicBezTo>
                  <a:cubicBezTo>
                    <a:pt x="262" y="438"/>
                    <a:pt x="260" y="431"/>
                    <a:pt x="258" y="422"/>
                  </a:cubicBezTo>
                  <a:close/>
                </a:path>
              </a:pathLst>
            </a:custGeom>
            <a:grpFill/>
            <a:ln>
              <a:solidFill>
                <a:schemeClr val="accent6">
                  <a:lumMod val="75000"/>
                </a:schemeClr>
              </a:solidFill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chemeClr val="accent6">
                    <a:lumMod val="50000"/>
                  </a:schemeClr>
                </a:solidFill>
              </a:endParaRPr>
            </a:p>
          </p:txBody>
        </p:sp>
        <p:sp>
          <p:nvSpPr>
            <p:cNvPr id="10" name="Freeform 7"/>
            <p:cNvSpPr/>
            <p:nvPr/>
          </p:nvSpPr>
          <p:spPr bwMode="auto">
            <a:xfrm>
              <a:off x="2145" y="1578"/>
              <a:ext cx="164" cy="42"/>
            </a:xfrm>
            <a:custGeom>
              <a:avLst/>
              <a:gdLst>
                <a:gd name="T0" fmla="*/ 0 w 126"/>
                <a:gd name="T1" fmla="*/ 16 h 33"/>
                <a:gd name="T2" fmla="*/ 17 w 126"/>
                <a:gd name="T3" fmla="*/ 33 h 33"/>
                <a:gd name="T4" fmla="*/ 109 w 126"/>
                <a:gd name="T5" fmla="*/ 33 h 33"/>
                <a:gd name="T6" fmla="*/ 126 w 126"/>
                <a:gd name="T7" fmla="*/ 16 h 33"/>
                <a:gd name="T8" fmla="*/ 109 w 126"/>
                <a:gd name="T9" fmla="*/ 0 h 33"/>
                <a:gd name="T10" fmla="*/ 17 w 126"/>
                <a:gd name="T11" fmla="*/ 0 h 33"/>
                <a:gd name="T12" fmla="*/ 0 w 126"/>
                <a:gd name="T13" fmla="*/ 16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6" h="33">
                  <a:moveTo>
                    <a:pt x="0" y="16"/>
                  </a:moveTo>
                  <a:cubicBezTo>
                    <a:pt x="0" y="25"/>
                    <a:pt x="7" y="33"/>
                    <a:pt x="17" y="33"/>
                  </a:cubicBezTo>
                  <a:cubicBezTo>
                    <a:pt x="109" y="33"/>
                    <a:pt x="109" y="33"/>
                    <a:pt x="109" y="33"/>
                  </a:cubicBezTo>
                  <a:cubicBezTo>
                    <a:pt x="118" y="33"/>
                    <a:pt x="126" y="25"/>
                    <a:pt x="126" y="16"/>
                  </a:cubicBezTo>
                  <a:cubicBezTo>
                    <a:pt x="126" y="7"/>
                    <a:pt x="118" y="0"/>
                    <a:pt x="109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7" y="0"/>
                    <a:pt x="0" y="7"/>
                    <a:pt x="0" y="16"/>
                  </a:cubicBezTo>
                  <a:close/>
                </a:path>
              </a:pathLst>
            </a:custGeom>
            <a:grpFill/>
            <a:ln>
              <a:solidFill>
                <a:schemeClr val="accent6">
                  <a:lumMod val="75000"/>
                </a:schemeClr>
              </a:solidFill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chemeClr val="accent6">
                    <a:lumMod val="50000"/>
                  </a:schemeClr>
                </a:solidFill>
              </a:endParaRPr>
            </a:p>
          </p:txBody>
        </p:sp>
        <p:sp>
          <p:nvSpPr>
            <p:cNvPr id="11" name="Freeform 8"/>
            <p:cNvSpPr/>
            <p:nvPr/>
          </p:nvSpPr>
          <p:spPr bwMode="auto">
            <a:xfrm>
              <a:off x="1763" y="1882"/>
              <a:ext cx="44" cy="160"/>
            </a:xfrm>
            <a:custGeom>
              <a:avLst/>
              <a:gdLst>
                <a:gd name="T0" fmla="*/ 17 w 34"/>
                <a:gd name="T1" fmla="*/ 0 h 123"/>
                <a:gd name="T2" fmla="*/ 0 w 34"/>
                <a:gd name="T3" fmla="*/ 16 h 123"/>
                <a:gd name="T4" fmla="*/ 0 w 34"/>
                <a:gd name="T5" fmla="*/ 106 h 123"/>
                <a:gd name="T6" fmla="*/ 17 w 34"/>
                <a:gd name="T7" fmla="*/ 123 h 123"/>
                <a:gd name="T8" fmla="*/ 34 w 34"/>
                <a:gd name="T9" fmla="*/ 106 h 123"/>
                <a:gd name="T10" fmla="*/ 34 w 34"/>
                <a:gd name="T11" fmla="*/ 16 h 123"/>
                <a:gd name="T12" fmla="*/ 17 w 34"/>
                <a:gd name="T13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4" h="123">
                  <a:moveTo>
                    <a:pt x="17" y="0"/>
                  </a:moveTo>
                  <a:cubicBezTo>
                    <a:pt x="7" y="0"/>
                    <a:pt x="0" y="7"/>
                    <a:pt x="0" y="16"/>
                  </a:cubicBezTo>
                  <a:cubicBezTo>
                    <a:pt x="0" y="106"/>
                    <a:pt x="0" y="106"/>
                    <a:pt x="0" y="106"/>
                  </a:cubicBezTo>
                  <a:cubicBezTo>
                    <a:pt x="0" y="115"/>
                    <a:pt x="7" y="123"/>
                    <a:pt x="17" y="123"/>
                  </a:cubicBezTo>
                  <a:cubicBezTo>
                    <a:pt x="26" y="123"/>
                    <a:pt x="34" y="115"/>
                    <a:pt x="34" y="106"/>
                  </a:cubicBezTo>
                  <a:cubicBezTo>
                    <a:pt x="34" y="16"/>
                    <a:pt x="34" y="16"/>
                    <a:pt x="34" y="16"/>
                  </a:cubicBezTo>
                  <a:cubicBezTo>
                    <a:pt x="34" y="7"/>
                    <a:pt x="26" y="0"/>
                    <a:pt x="17" y="0"/>
                  </a:cubicBezTo>
                  <a:close/>
                </a:path>
              </a:pathLst>
            </a:custGeom>
            <a:grpFill/>
            <a:ln>
              <a:solidFill>
                <a:schemeClr val="accent6">
                  <a:lumMod val="75000"/>
                </a:schemeClr>
              </a:solidFill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chemeClr val="accent6">
                    <a:lumMod val="50000"/>
                  </a:schemeClr>
                </a:solidFill>
              </a:endParaRPr>
            </a:p>
          </p:txBody>
        </p:sp>
        <p:sp>
          <p:nvSpPr>
            <p:cNvPr id="12" name="Freeform 9"/>
            <p:cNvSpPr/>
            <p:nvPr/>
          </p:nvSpPr>
          <p:spPr bwMode="auto">
            <a:xfrm>
              <a:off x="1308" y="1557"/>
              <a:ext cx="165" cy="44"/>
            </a:xfrm>
            <a:custGeom>
              <a:avLst/>
              <a:gdLst>
                <a:gd name="T0" fmla="*/ 17 w 127"/>
                <a:gd name="T1" fmla="*/ 34 h 34"/>
                <a:gd name="T2" fmla="*/ 110 w 127"/>
                <a:gd name="T3" fmla="*/ 34 h 34"/>
                <a:gd name="T4" fmla="*/ 127 w 127"/>
                <a:gd name="T5" fmla="*/ 17 h 34"/>
                <a:gd name="T6" fmla="*/ 110 w 127"/>
                <a:gd name="T7" fmla="*/ 0 h 34"/>
                <a:gd name="T8" fmla="*/ 17 w 127"/>
                <a:gd name="T9" fmla="*/ 0 h 34"/>
                <a:gd name="T10" fmla="*/ 0 w 127"/>
                <a:gd name="T11" fmla="*/ 17 h 34"/>
                <a:gd name="T12" fmla="*/ 17 w 127"/>
                <a:gd name="T13" fmla="*/ 34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7" h="34">
                  <a:moveTo>
                    <a:pt x="17" y="34"/>
                  </a:moveTo>
                  <a:cubicBezTo>
                    <a:pt x="110" y="34"/>
                    <a:pt x="110" y="34"/>
                    <a:pt x="110" y="34"/>
                  </a:cubicBezTo>
                  <a:cubicBezTo>
                    <a:pt x="119" y="34"/>
                    <a:pt x="127" y="26"/>
                    <a:pt x="127" y="17"/>
                  </a:cubicBezTo>
                  <a:cubicBezTo>
                    <a:pt x="127" y="8"/>
                    <a:pt x="119" y="0"/>
                    <a:pt x="110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8" y="0"/>
                    <a:pt x="0" y="8"/>
                    <a:pt x="0" y="17"/>
                  </a:cubicBezTo>
                  <a:cubicBezTo>
                    <a:pt x="0" y="26"/>
                    <a:pt x="8" y="34"/>
                    <a:pt x="17" y="34"/>
                  </a:cubicBezTo>
                  <a:close/>
                </a:path>
              </a:pathLst>
            </a:custGeom>
            <a:grpFill/>
            <a:ln>
              <a:solidFill>
                <a:schemeClr val="accent6">
                  <a:lumMod val="75000"/>
                </a:schemeClr>
              </a:solidFill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chemeClr val="accent6">
                    <a:lumMod val="50000"/>
                  </a:schemeClr>
                </a:solidFill>
              </a:endParaRPr>
            </a:p>
          </p:txBody>
        </p:sp>
        <p:sp>
          <p:nvSpPr>
            <p:cNvPr id="13" name="Freeform 10"/>
            <p:cNvSpPr/>
            <p:nvPr/>
          </p:nvSpPr>
          <p:spPr bwMode="auto">
            <a:xfrm>
              <a:off x="1403" y="1231"/>
              <a:ext cx="145" cy="117"/>
            </a:xfrm>
            <a:custGeom>
              <a:avLst/>
              <a:gdLst>
                <a:gd name="T0" fmla="*/ 9 w 112"/>
                <a:gd name="T1" fmla="*/ 30 h 90"/>
                <a:gd name="T2" fmla="*/ 83 w 112"/>
                <a:gd name="T3" fmla="*/ 84 h 90"/>
                <a:gd name="T4" fmla="*/ 107 w 112"/>
                <a:gd name="T5" fmla="*/ 81 h 90"/>
                <a:gd name="T6" fmla="*/ 103 w 112"/>
                <a:gd name="T7" fmla="*/ 58 h 90"/>
                <a:gd name="T8" fmla="*/ 30 w 112"/>
                <a:gd name="T9" fmla="*/ 3 h 90"/>
                <a:gd name="T10" fmla="*/ 20 w 112"/>
                <a:gd name="T11" fmla="*/ 0 h 90"/>
                <a:gd name="T12" fmla="*/ 6 w 112"/>
                <a:gd name="T13" fmla="*/ 7 h 90"/>
                <a:gd name="T14" fmla="*/ 9 w 112"/>
                <a:gd name="T15" fmla="*/ 3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2" h="90">
                  <a:moveTo>
                    <a:pt x="9" y="30"/>
                  </a:moveTo>
                  <a:cubicBezTo>
                    <a:pt x="83" y="84"/>
                    <a:pt x="83" y="84"/>
                    <a:pt x="83" y="84"/>
                  </a:cubicBezTo>
                  <a:cubicBezTo>
                    <a:pt x="90" y="90"/>
                    <a:pt x="101" y="88"/>
                    <a:pt x="107" y="81"/>
                  </a:cubicBezTo>
                  <a:cubicBezTo>
                    <a:pt x="112" y="74"/>
                    <a:pt x="111" y="63"/>
                    <a:pt x="103" y="58"/>
                  </a:cubicBezTo>
                  <a:cubicBezTo>
                    <a:pt x="30" y="3"/>
                    <a:pt x="30" y="3"/>
                    <a:pt x="30" y="3"/>
                  </a:cubicBezTo>
                  <a:cubicBezTo>
                    <a:pt x="27" y="1"/>
                    <a:pt x="23" y="0"/>
                    <a:pt x="20" y="0"/>
                  </a:cubicBezTo>
                  <a:cubicBezTo>
                    <a:pt x="14" y="0"/>
                    <a:pt x="9" y="2"/>
                    <a:pt x="6" y="7"/>
                  </a:cubicBezTo>
                  <a:cubicBezTo>
                    <a:pt x="0" y="14"/>
                    <a:pt x="2" y="24"/>
                    <a:pt x="9" y="30"/>
                  </a:cubicBezTo>
                  <a:close/>
                </a:path>
              </a:pathLst>
            </a:custGeom>
            <a:grpFill/>
            <a:ln>
              <a:solidFill>
                <a:schemeClr val="accent6">
                  <a:lumMod val="75000"/>
                </a:schemeClr>
              </a:solidFill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chemeClr val="accent6">
                    <a:lumMod val="50000"/>
                  </a:schemeClr>
                </a:solidFill>
              </a:endParaRPr>
            </a:p>
          </p:txBody>
        </p:sp>
        <p:sp>
          <p:nvSpPr>
            <p:cNvPr id="15" name="Freeform 11"/>
            <p:cNvSpPr/>
            <p:nvPr/>
          </p:nvSpPr>
          <p:spPr bwMode="auto">
            <a:xfrm>
              <a:off x="2073" y="1231"/>
              <a:ext cx="145" cy="117"/>
            </a:xfrm>
            <a:custGeom>
              <a:avLst/>
              <a:gdLst>
                <a:gd name="T0" fmla="*/ 29 w 112"/>
                <a:gd name="T1" fmla="*/ 84 h 90"/>
                <a:gd name="T2" fmla="*/ 103 w 112"/>
                <a:gd name="T3" fmla="*/ 30 h 90"/>
                <a:gd name="T4" fmla="*/ 106 w 112"/>
                <a:gd name="T5" fmla="*/ 7 h 90"/>
                <a:gd name="T6" fmla="*/ 92 w 112"/>
                <a:gd name="T7" fmla="*/ 0 h 90"/>
                <a:gd name="T8" fmla="*/ 82 w 112"/>
                <a:gd name="T9" fmla="*/ 3 h 90"/>
                <a:gd name="T10" fmla="*/ 9 w 112"/>
                <a:gd name="T11" fmla="*/ 58 h 90"/>
                <a:gd name="T12" fmla="*/ 5 w 112"/>
                <a:gd name="T13" fmla="*/ 81 h 90"/>
                <a:gd name="T14" fmla="*/ 29 w 112"/>
                <a:gd name="T15" fmla="*/ 84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2" h="90">
                  <a:moveTo>
                    <a:pt x="29" y="84"/>
                  </a:moveTo>
                  <a:cubicBezTo>
                    <a:pt x="103" y="30"/>
                    <a:pt x="103" y="30"/>
                    <a:pt x="103" y="30"/>
                  </a:cubicBezTo>
                  <a:cubicBezTo>
                    <a:pt x="110" y="24"/>
                    <a:pt x="112" y="14"/>
                    <a:pt x="106" y="7"/>
                  </a:cubicBezTo>
                  <a:cubicBezTo>
                    <a:pt x="103" y="2"/>
                    <a:pt x="98" y="0"/>
                    <a:pt x="92" y="0"/>
                  </a:cubicBezTo>
                  <a:cubicBezTo>
                    <a:pt x="89" y="0"/>
                    <a:pt x="85" y="1"/>
                    <a:pt x="82" y="3"/>
                  </a:cubicBezTo>
                  <a:cubicBezTo>
                    <a:pt x="9" y="58"/>
                    <a:pt x="9" y="58"/>
                    <a:pt x="9" y="58"/>
                  </a:cubicBezTo>
                  <a:cubicBezTo>
                    <a:pt x="1" y="63"/>
                    <a:pt x="0" y="74"/>
                    <a:pt x="5" y="81"/>
                  </a:cubicBezTo>
                  <a:cubicBezTo>
                    <a:pt x="11" y="88"/>
                    <a:pt x="22" y="90"/>
                    <a:pt x="29" y="84"/>
                  </a:cubicBezTo>
                  <a:close/>
                </a:path>
              </a:pathLst>
            </a:custGeom>
            <a:grpFill/>
            <a:ln>
              <a:solidFill>
                <a:schemeClr val="accent6">
                  <a:lumMod val="75000"/>
                </a:schemeClr>
              </a:solidFill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chemeClr val="accent6">
                    <a:lumMod val="50000"/>
                  </a:schemeClr>
                </a:solidFill>
              </a:endParaRPr>
            </a:p>
          </p:txBody>
        </p:sp>
        <p:sp>
          <p:nvSpPr>
            <p:cNvPr id="16" name="Freeform 12"/>
            <p:cNvSpPr/>
            <p:nvPr/>
          </p:nvSpPr>
          <p:spPr bwMode="auto">
            <a:xfrm>
              <a:off x="1431" y="1813"/>
              <a:ext cx="134" cy="128"/>
            </a:xfrm>
            <a:custGeom>
              <a:avLst/>
              <a:gdLst>
                <a:gd name="T0" fmla="*/ 84 w 103"/>
                <a:gd name="T1" fmla="*/ 0 h 98"/>
                <a:gd name="T2" fmla="*/ 72 w 103"/>
                <a:gd name="T3" fmla="*/ 4 h 98"/>
                <a:gd name="T4" fmla="*/ 7 w 103"/>
                <a:gd name="T5" fmla="*/ 68 h 98"/>
                <a:gd name="T6" fmla="*/ 7 w 103"/>
                <a:gd name="T7" fmla="*/ 91 h 98"/>
                <a:gd name="T8" fmla="*/ 31 w 103"/>
                <a:gd name="T9" fmla="*/ 91 h 98"/>
                <a:gd name="T10" fmla="*/ 96 w 103"/>
                <a:gd name="T11" fmla="*/ 28 h 98"/>
                <a:gd name="T12" fmla="*/ 96 w 103"/>
                <a:gd name="T13" fmla="*/ 4 h 98"/>
                <a:gd name="T14" fmla="*/ 84 w 103"/>
                <a:gd name="T15" fmla="*/ 0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3" h="98">
                  <a:moveTo>
                    <a:pt x="84" y="0"/>
                  </a:moveTo>
                  <a:cubicBezTo>
                    <a:pt x="80" y="0"/>
                    <a:pt x="75" y="1"/>
                    <a:pt x="72" y="4"/>
                  </a:cubicBezTo>
                  <a:cubicBezTo>
                    <a:pt x="7" y="68"/>
                    <a:pt x="7" y="68"/>
                    <a:pt x="7" y="68"/>
                  </a:cubicBezTo>
                  <a:cubicBezTo>
                    <a:pt x="0" y="74"/>
                    <a:pt x="0" y="85"/>
                    <a:pt x="7" y="91"/>
                  </a:cubicBezTo>
                  <a:cubicBezTo>
                    <a:pt x="13" y="98"/>
                    <a:pt x="24" y="98"/>
                    <a:pt x="31" y="91"/>
                  </a:cubicBezTo>
                  <a:cubicBezTo>
                    <a:pt x="96" y="28"/>
                    <a:pt x="96" y="28"/>
                    <a:pt x="96" y="28"/>
                  </a:cubicBezTo>
                  <a:cubicBezTo>
                    <a:pt x="103" y="21"/>
                    <a:pt x="103" y="11"/>
                    <a:pt x="96" y="4"/>
                  </a:cubicBezTo>
                  <a:cubicBezTo>
                    <a:pt x="93" y="1"/>
                    <a:pt x="88" y="0"/>
                    <a:pt x="84" y="0"/>
                  </a:cubicBezTo>
                  <a:close/>
                </a:path>
              </a:pathLst>
            </a:custGeom>
            <a:grpFill/>
            <a:ln>
              <a:solidFill>
                <a:schemeClr val="accent6">
                  <a:lumMod val="75000"/>
                </a:schemeClr>
              </a:solidFill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chemeClr val="accent6">
                    <a:lumMod val="50000"/>
                  </a:schemeClr>
                </a:solidFill>
              </a:endParaRPr>
            </a:p>
          </p:txBody>
        </p:sp>
        <p:sp>
          <p:nvSpPr>
            <p:cNvPr id="19" name="Freeform 13"/>
            <p:cNvSpPr/>
            <p:nvPr/>
          </p:nvSpPr>
          <p:spPr bwMode="auto">
            <a:xfrm>
              <a:off x="2043" y="1813"/>
              <a:ext cx="132" cy="128"/>
            </a:xfrm>
            <a:custGeom>
              <a:avLst/>
              <a:gdLst>
                <a:gd name="T0" fmla="*/ 31 w 102"/>
                <a:gd name="T1" fmla="*/ 4 h 98"/>
                <a:gd name="T2" fmla="*/ 19 w 102"/>
                <a:gd name="T3" fmla="*/ 0 h 98"/>
                <a:gd name="T4" fmla="*/ 7 w 102"/>
                <a:gd name="T5" fmla="*/ 4 h 98"/>
                <a:gd name="T6" fmla="*/ 7 w 102"/>
                <a:gd name="T7" fmla="*/ 28 h 98"/>
                <a:gd name="T8" fmla="*/ 72 w 102"/>
                <a:gd name="T9" fmla="*/ 91 h 98"/>
                <a:gd name="T10" fmla="*/ 96 w 102"/>
                <a:gd name="T11" fmla="*/ 91 h 98"/>
                <a:gd name="T12" fmla="*/ 96 w 102"/>
                <a:gd name="T13" fmla="*/ 68 h 98"/>
                <a:gd name="T14" fmla="*/ 31 w 102"/>
                <a:gd name="T15" fmla="*/ 4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2" h="98">
                  <a:moveTo>
                    <a:pt x="31" y="4"/>
                  </a:moveTo>
                  <a:cubicBezTo>
                    <a:pt x="27" y="1"/>
                    <a:pt x="23" y="0"/>
                    <a:pt x="19" y="0"/>
                  </a:cubicBezTo>
                  <a:cubicBezTo>
                    <a:pt x="14" y="0"/>
                    <a:pt x="10" y="1"/>
                    <a:pt x="7" y="4"/>
                  </a:cubicBezTo>
                  <a:cubicBezTo>
                    <a:pt x="0" y="11"/>
                    <a:pt x="0" y="21"/>
                    <a:pt x="7" y="28"/>
                  </a:cubicBezTo>
                  <a:cubicBezTo>
                    <a:pt x="72" y="91"/>
                    <a:pt x="72" y="91"/>
                    <a:pt x="72" y="91"/>
                  </a:cubicBezTo>
                  <a:cubicBezTo>
                    <a:pt x="78" y="98"/>
                    <a:pt x="89" y="98"/>
                    <a:pt x="96" y="91"/>
                  </a:cubicBezTo>
                  <a:cubicBezTo>
                    <a:pt x="102" y="85"/>
                    <a:pt x="102" y="74"/>
                    <a:pt x="96" y="68"/>
                  </a:cubicBezTo>
                  <a:lnTo>
                    <a:pt x="31" y="4"/>
                  </a:lnTo>
                  <a:close/>
                </a:path>
              </a:pathLst>
            </a:custGeom>
            <a:grpFill/>
            <a:ln>
              <a:solidFill>
                <a:schemeClr val="accent6">
                  <a:lumMod val="75000"/>
                </a:schemeClr>
              </a:solidFill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chemeClr val="accent6">
                    <a:lumMod val="50000"/>
                  </a:schemeClr>
                </a:solidFill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 advClick="0"/>
    </mc:Choice>
    <mc:Fallback>
      <p:transition spd="med" advClick="0"/>
    </mc:Fallback>
  </mc:AlternateContent>
  <p:timing>
    <p:tnLst>
      <p:par>
        <p:cTn id="1" dur="indefinite" restart="never" nodeType="tmRoot"/>
      </p:par>
    </p:tnLst>
    <p:bldLst>
      <p:bldP spid="18" grpId="0"/>
      <p:bldP spid="17" grpId="0"/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标题 1"/>
          <p:cNvSpPr>
            <a:spLocks noGrp="1"/>
          </p:cNvSpPr>
          <p:nvPr/>
        </p:nvSpPr>
        <p:spPr>
          <a:xfrm>
            <a:off x="1420399" y="228600"/>
            <a:ext cx="3429000" cy="46609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rgbClr val="22603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800" dirty="0">
                <a:solidFill>
                  <a:schemeClr val="bg1"/>
                </a:solidFill>
                <a:latin typeface="+mn-ea"/>
                <a:ea typeface="+mn-ea"/>
                <a:cs typeface="+mn-ea"/>
              </a:rPr>
              <a:t>系统功能详细设计</a:t>
            </a:r>
            <a:endParaRPr lang="zh-CN" altLang="en-US" sz="2800" dirty="0">
              <a:solidFill>
                <a:schemeClr val="bg1"/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98475" y="879475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CN" sz="2400" dirty="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3.1</a:t>
            </a:r>
            <a:r>
              <a:rPr lang="zh-CN" altLang="en-US" sz="2400" dirty="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权限与用户管理模块</a:t>
            </a:r>
            <a:endParaRPr lang="zh-CN" altLang="en-US" sz="2400" dirty="0">
              <a:solidFill>
                <a:schemeClr val="accent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27710" y="1584960"/>
            <a:ext cx="5080000" cy="2784475"/>
          </a:xfrm>
          <a:prstGeom prst="rect">
            <a:avLst/>
          </a:prstGeom>
        </p:spPr>
        <p:txBody>
          <a:bodyPr>
            <a:spAutoFit/>
          </a:bodyPr>
          <a:p>
            <a:pPr indent="304800" algn="just" defTabSz="266700" fontAlgn="auto">
              <a:lnSpc>
                <a:spcPts val="3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权限模块基于</a:t>
            </a: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JWT</a:t>
            </a:r>
            <a:r>
              <a:rPr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身份认证和</a:t>
            </a: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Spring Security</a:t>
            </a:r>
            <a:r>
              <a:rPr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权限控制，实现用户登录后</a:t>
            </a: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Token</a:t>
            </a:r>
            <a:r>
              <a:rPr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鉴权，防止未授权访问。</a:t>
            </a:r>
            <a:endParaRPr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304800" algn="just" defTabSz="266700" fontAlgn="auto">
              <a:lnSpc>
                <a:spcPts val="3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304800" algn="just" defTabSz="266700" fontAlgn="auto">
              <a:lnSpc>
                <a:spcPts val="3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</a:t>
            </a:r>
            <a:r>
              <a:rPr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系统设置四类权限角色：超级管理员、普通管理员、普通用户和访客，分别对应不同的功能权限。</a:t>
            </a: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lang="en-US" altLang="zh-CN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1629236317" name="图片 8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479540" y="879158"/>
            <a:ext cx="4813300" cy="575754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6594475" y="6484620"/>
            <a:ext cx="5080000" cy="373380"/>
          </a:xfrm>
          <a:prstGeom prst="rect">
            <a:avLst/>
          </a:prstGeom>
        </p:spPr>
        <p:txBody>
          <a:bodyPr>
            <a:spAutoFit/>
          </a:bodyPr>
          <a:p>
            <a:pPr marL="0" indent="0" algn="ctr" defTabSz="266700">
              <a:lnSpc>
                <a:spcPts val="22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latin typeface="Times New Roman" panose="02020603050405020304"/>
                <a:ea typeface="黑体" panose="02010609060101010101" charset="-122"/>
              </a:rPr>
              <a:t>权限与用户管理顺序图</a:t>
            </a:r>
            <a:endParaRPr lang="zh-CN" altLang="en-US" sz="1600">
              <a:latin typeface="Times New Roman" panose="02020603050405020304"/>
              <a:ea typeface="黑体" panose="0201060906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 advClick="0"/>
    </mc:Choice>
    <mc:Fallback>
      <p:transition spd="med" advClick="0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标题 1"/>
          <p:cNvSpPr>
            <a:spLocks noGrp="1"/>
          </p:cNvSpPr>
          <p:nvPr/>
        </p:nvSpPr>
        <p:spPr>
          <a:xfrm>
            <a:off x="1420399" y="228600"/>
            <a:ext cx="3429000" cy="46609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rgbClr val="22603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800" dirty="0">
                <a:solidFill>
                  <a:schemeClr val="bg1"/>
                </a:solidFill>
                <a:latin typeface="+mn-ea"/>
                <a:ea typeface="+mn-ea"/>
                <a:cs typeface="+mn-ea"/>
              </a:rPr>
              <a:t>系统功能详细设计</a:t>
            </a:r>
            <a:endParaRPr lang="zh-CN" altLang="en-US" sz="2800" dirty="0">
              <a:solidFill>
                <a:schemeClr val="bg1"/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98475" y="879475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CN" sz="2400" dirty="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3.2</a:t>
            </a:r>
            <a:r>
              <a:rPr lang="zh-CN" altLang="en-US" sz="2400" dirty="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设备与模型管理模块</a:t>
            </a:r>
            <a:endParaRPr lang="zh-CN" altLang="en-US" sz="2400" dirty="0">
              <a:solidFill>
                <a:schemeClr val="accent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27710" y="1584960"/>
            <a:ext cx="4885055" cy="2399665"/>
          </a:xfrm>
          <a:prstGeom prst="rect">
            <a:avLst/>
          </a:prstGeom>
        </p:spPr>
        <p:txBody>
          <a:bodyPr wrap="square">
            <a:spAutoFit/>
          </a:bodyPr>
          <a:p>
            <a:pPr indent="304800" algn="just" defTabSz="266700" fontAlgn="auto">
              <a:lnSpc>
                <a:spcPts val="3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超级管理员和普通管理员都可以在设备管理控制中心页面添加、编辑、删除设备和分配用户给设备。</a:t>
            </a:r>
            <a:endParaRPr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304800" algn="just" defTabSz="266700" fontAlgn="auto">
              <a:lnSpc>
                <a:spcPts val="3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每个设备可绑定多个识别模型和预测模型，并可动态切换、调整</a:t>
            </a: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1331362173" name="图片 6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740400" y="1134110"/>
            <a:ext cx="6024245" cy="53975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6212840" y="6395720"/>
            <a:ext cx="5080000" cy="373380"/>
          </a:xfrm>
          <a:prstGeom prst="rect">
            <a:avLst/>
          </a:prstGeom>
        </p:spPr>
        <p:txBody>
          <a:bodyPr>
            <a:spAutoFit/>
          </a:bodyPr>
          <a:p>
            <a:pPr marL="0" indent="0" algn="ctr" defTabSz="266700">
              <a:lnSpc>
                <a:spcPts val="22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latin typeface="Times New Roman" panose="02020603050405020304"/>
                <a:ea typeface="黑体" panose="02010609060101010101" charset="-122"/>
              </a:rPr>
              <a:t>设备与模型管理顺序图</a:t>
            </a:r>
            <a:endParaRPr lang="zh-CN" altLang="en-US" sz="1600">
              <a:latin typeface="Times New Roman" panose="02020603050405020304"/>
              <a:ea typeface="黑体" panose="0201060906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 advClick="0"/>
    </mc:Choice>
    <mc:Fallback>
      <p:transition spd="med" advClick="0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标题 1"/>
          <p:cNvSpPr>
            <a:spLocks noGrp="1"/>
          </p:cNvSpPr>
          <p:nvPr/>
        </p:nvSpPr>
        <p:spPr>
          <a:xfrm>
            <a:off x="1420399" y="228600"/>
            <a:ext cx="3429000" cy="46609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rgbClr val="22603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800" dirty="0">
                <a:solidFill>
                  <a:schemeClr val="bg1"/>
                </a:solidFill>
                <a:latin typeface="+mn-ea"/>
                <a:ea typeface="+mn-ea"/>
                <a:cs typeface="+mn-ea"/>
              </a:rPr>
              <a:t>系统功能详细设计</a:t>
            </a:r>
            <a:endParaRPr lang="zh-CN" altLang="en-US" sz="2800" dirty="0">
              <a:solidFill>
                <a:schemeClr val="bg1"/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98475" y="879475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CN" sz="2400" dirty="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3.3</a:t>
            </a:r>
            <a:r>
              <a:rPr lang="zh-CN" altLang="en-US" sz="2400" dirty="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害虫识别、预警与预测模块</a:t>
            </a:r>
            <a:endParaRPr lang="zh-CN" altLang="en-US" sz="2400" dirty="0">
              <a:solidFill>
                <a:schemeClr val="accent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77165" y="1423670"/>
            <a:ext cx="11165205" cy="2994025"/>
          </a:xfrm>
          <a:prstGeom prst="rect">
            <a:avLst/>
          </a:prstGeom>
        </p:spPr>
        <p:txBody>
          <a:bodyPr wrap="square">
            <a:noAutofit/>
          </a:bodyPr>
          <a:p>
            <a:pPr marL="457200" indent="304800" algn="just" defTabSz="266700" fontAlgn="auto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extLst>
                <a:ext uri="{35155182-B16C-46BC-9424-99874614C6A1}">
                  <wpsdc:marlchars xmlns:wpsdc="http://www.wps.cn/officeDocument/2017/drawingmlCustomData" val="200" checksum="2975741746"/>
                </a:ext>
              </a:extLst>
            </a:pPr>
            <a:endParaRPr lang="zh-CN" altLang="en-US" sz="24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457200" indent="304800" algn="just" defTabSz="266700" fontAlgn="auto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extLst>
                <a:ext uri="{35155182-B16C-46BC-9424-99874614C6A1}">
                  <wpsdc:marlchars xmlns:wpsdc="http://www.wps.cn/officeDocument/2017/drawingmlCustomData" val="200" checksum="2975741746"/>
                </a:ext>
              </a:extLst>
            </a:pPr>
            <a:r>
              <a:rPr lang="zh-CN" altLang="en-US"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害虫识别：接收设备上传的诱集图像并调用相应的</a:t>
            </a:r>
            <a:r>
              <a:rPr lang="en-US" altLang="zh-CN"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YOLO</a:t>
            </a:r>
            <a:r>
              <a:rPr lang="zh-CN" altLang="en-US"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模型自动识别，并输出害虫种类以及数量。</a:t>
            </a:r>
            <a:endParaRPr lang="zh-CN" altLang="en-US" sz="24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457200" indent="304800" algn="just" defTabSz="266700" fontAlgn="auto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extLst>
                <a:ext uri="{35155182-B16C-46BC-9424-99874614C6A1}">
                  <wpsdc:marlchars xmlns:wpsdc="http://www.wps.cn/officeDocument/2017/drawingmlCustomData" val="200" checksum="2975741746"/>
                </a:ext>
              </a:extLst>
            </a:pPr>
            <a:endParaRPr lang="zh-CN" altLang="en-US" sz="24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457200" indent="304800" algn="just" defTabSz="266700" fontAlgn="auto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extLst>
                <a:ext uri="{35155182-B16C-46BC-9424-99874614C6A1}">
                  <wpsdc:marlchars xmlns:wpsdc="http://www.wps.cn/officeDocument/2017/drawingmlCustomData" val="200" checksum="2975741746"/>
                </a:ext>
              </a:extLst>
            </a:pPr>
            <a:r>
              <a:rPr lang="zh-CN" altLang="en-US"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高峰日预测：根据输入的气象数据计算出虫情高峰日期。</a:t>
            </a:r>
            <a:endParaRPr lang="zh-CN" altLang="en-US" sz="24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marL="457200" indent="304800" algn="just" defTabSz="266700" fontAlgn="auto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extLst>
                <a:ext uri="{35155182-B16C-46BC-9424-99874614C6A1}">
                  <wpsdc:marlchars xmlns:wpsdc="http://www.wps.cn/officeDocument/2017/drawingmlCustomData" val="200" checksum="2975741746"/>
                </a:ext>
              </a:extLst>
            </a:pPr>
            <a:endParaRPr lang="zh-CN" altLang="en-US" sz="24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marL="457200" indent="304800" algn="just" defTabSz="266700" fontAlgn="auto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extLst>
                <a:ext uri="{35155182-B16C-46BC-9424-99874614C6A1}">
                  <wpsdc:marlchars xmlns:wpsdc="http://www.wps.cn/officeDocument/2017/drawingmlCustomData" val="200" checksum="2975741746"/>
                </a:ext>
              </a:extLst>
            </a:pPr>
            <a:r>
              <a:rPr lang="zh-CN" altLang="en-US"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短期发生量预测：</a:t>
            </a:r>
            <a:r>
              <a:rPr lang="en-US" altLang="zh-CN"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BP</a:t>
            </a:r>
            <a:r>
              <a:rPr lang="zh-CN" altLang="en-US"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神经网络预测模型结合历史气象数据和识别数据，预测出短期虫情发生量。</a:t>
            </a:r>
            <a:endParaRPr lang="zh-CN" altLang="en-US" sz="24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304800" algn="just" defTabSz="266700" fontAlgn="auto">
              <a:lnSpc>
                <a:spcPts val="3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304800" algn="just" defTabSz="266700" fontAlgn="auto">
              <a:lnSpc>
                <a:spcPts val="3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indent="304800" algn="just" defTabSz="266700" fontAlgn="auto">
              <a:lnSpc>
                <a:spcPts val="3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304800" algn="just" defTabSz="266700" fontAlgn="auto">
              <a:lnSpc>
                <a:spcPts val="3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 advClick="0"/>
    </mc:Choice>
    <mc:Fallback>
      <p:transition spd="med" advClick="0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标题 1"/>
          <p:cNvSpPr>
            <a:spLocks noGrp="1"/>
          </p:cNvSpPr>
          <p:nvPr/>
        </p:nvSpPr>
        <p:spPr>
          <a:xfrm>
            <a:off x="1420399" y="228600"/>
            <a:ext cx="3429000" cy="46609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rgbClr val="22603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800" dirty="0">
                <a:solidFill>
                  <a:schemeClr val="bg1"/>
                </a:solidFill>
                <a:latin typeface="+mn-ea"/>
                <a:ea typeface="+mn-ea"/>
                <a:cs typeface="+mn-ea"/>
              </a:rPr>
              <a:t>系统功能详细设计</a:t>
            </a:r>
            <a:endParaRPr lang="zh-CN" altLang="en-US" sz="2800" dirty="0">
              <a:solidFill>
                <a:schemeClr val="bg1"/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98475" y="879475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CN" sz="2400" dirty="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3.3</a:t>
            </a:r>
            <a:r>
              <a:rPr lang="zh-CN" altLang="en-US" sz="2400" dirty="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害虫识别、预警与预测模块</a:t>
            </a:r>
            <a:endParaRPr lang="zh-CN" altLang="en-US" sz="2400" dirty="0">
              <a:solidFill>
                <a:schemeClr val="accent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78130" y="1524635"/>
            <a:ext cx="7405370" cy="3553460"/>
          </a:xfrm>
          <a:prstGeom prst="rect">
            <a:avLst/>
          </a:prstGeom>
        </p:spPr>
        <p:txBody>
          <a:bodyPr wrap="square">
            <a:spAutoFit/>
          </a:bodyPr>
          <a:p>
            <a:pPr indent="304800" algn="just" defTabSz="266700" fontAlgn="auto">
              <a:lnSpc>
                <a:spcPts val="3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 </a:t>
            </a:r>
            <a:r>
              <a:rPr lang="zh-CN" altLang="en-US"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启动时从</a:t>
            </a:r>
            <a:r>
              <a:rPr lang="en-US" altLang="zh-CN"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MinIO</a:t>
            </a:r>
            <a:r>
              <a:rPr lang="zh-CN" altLang="en-US"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加载模型，初始化</a:t>
            </a:r>
            <a:r>
              <a:rPr lang="en-US" altLang="zh-CN"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ONNXRuntime</a:t>
            </a:r>
            <a:r>
              <a:rPr lang="zh-CN" altLang="en-US"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实例并缓存；</a:t>
            </a:r>
            <a:endParaRPr lang="zh-CN" altLang="en-US" sz="24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indent="304800" algn="just" defTabSz="266700" fontAlgn="auto">
              <a:lnSpc>
                <a:spcPts val="3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zh-CN" altLang="en-US"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系统接收害虫图像后，根据设备</a:t>
            </a:r>
            <a:r>
              <a:rPr lang="en-US" altLang="zh-CN"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ID</a:t>
            </a:r>
            <a:r>
              <a:rPr lang="zh-CN" altLang="en-US"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调用对应的本地缓存的</a:t>
            </a:r>
            <a:r>
              <a:rPr lang="en-US" altLang="zh-CN"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YOLO</a:t>
            </a:r>
            <a:r>
              <a:rPr lang="zh-CN" altLang="en-US"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模型完成害虫识别，并结合规则生成预警信息。</a:t>
            </a:r>
            <a:endParaRPr lang="zh-CN" altLang="en-US" sz="24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304800" algn="just" defTabSz="266700" fontAlgn="auto">
              <a:lnSpc>
                <a:spcPts val="3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zh-CN" altLang="en-US"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随后，利用缓存的</a:t>
            </a:r>
            <a:r>
              <a:rPr lang="en-US" altLang="zh-CN"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BP</a:t>
            </a:r>
            <a:r>
              <a:rPr lang="zh-CN" altLang="en-US"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模型及历史气象和虫情数据进行短期害虫发生量预测，并将识别与预测结果写入数据库供前端展示。</a:t>
            </a:r>
            <a:endParaRPr lang="zh-CN" altLang="en-US" sz="24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304800" algn="just" defTabSz="266700" fontAlgn="auto">
              <a:lnSpc>
                <a:spcPts val="3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endParaRPr lang="en-US" altLang="zh-CN" sz="24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139184781" name="图片 18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912735" y="821690"/>
            <a:ext cx="3457575" cy="59563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8318500" y="6563995"/>
            <a:ext cx="5080000" cy="373380"/>
          </a:xfrm>
          <a:prstGeom prst="rect">
            <a:avLst/>
          </a:prstGeom>
        </p:spPr>
        <p:txBody>
          <a:bodyPr>
            <a:spAutoFit/>
          </a:bodyPr>
          <a:p>
            <a:pPr marL="0" indent="127000" algn="just" defTabSz="266700">
              <a:lnSpc>
                <a:spcPts val="22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latin typeface="黑体" panose="02010609060101010101" charset="-122"/>
                <a:ea typeface="黑体" panose="02010609060101010101" charset="-122"/>
              </a:rPr>
              <a:t>模型加载与推理</a:t>
            </a:r>
            <a:r>
              <a:rPr lang="zh-CN" altLang="en-US" sz="1600">
                <a:latin typeface="Times New Roman" panose="02020603050405020304"/>
                <a:ea typeface="黑体" panose="02010609060101010101" charset="-122"/>
              </a:rPr>
              <a:t>流程</a:t>
            </a:r>
            <a:r>
              <a:rPr lang="zh-CN" altLang="en-US" sz="1600">
                <a:latin typeface="黑体" panose="02010609060101010101" charset="-122"/>
                <a:ea typeface="黑体" panose="02010609060101010101" charset="-122"/>
              </a:rPr>
              <a:t>图</a:t>
            </a:r>
            <a:endParaRPr lang="zh-CN" altLang="en-US" sz="1600">
              <a:latin typeface="黑体" panose="02010609060101010101" charset="-122"/>
              <a:ea typeface="黑体" panose="0201060906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 advClick="0"/>
    </mc:Choice>
    <mc:Fallback>
      <p:transition spd="med" advClick="0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标题 1"/>
          <p:cNvSpPr>
            <a:spLocks noGrp="1"/>
          </p:cNvSpPr>
          <p:nvPr/>
        </p:nvSpPr>
        <p:spPr>
          <a:xfrm>
            <a:off x="1420399" y="228600"/>
            <a:ext cx="3429000" cy="46609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rgbClr val="22603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800" dirty="0">
                <a:solidFill>
                  <a:schemeClr val="bg1"/>
                </a:solidFill>
                <a:latin typeface="+mn-ea"/>
                <a:ea typeface="+mn-ea"/>
                <a:cs typeface="+mn-ea"/>
              </a:rPr>
              <a:t>系统功能详细设计</a:t>
            </a:r>
            <a:endParaRPr lang="zh-CN" altLang="en-US" sz="2800" dirty="0">
              <a:solidFill>
                <a:schemeClr val="bg1"/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98475" y="879475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CN" sz="2400" dirty="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3.4</a:t>
            </a:r>
            <a:r>
              <a:rPr lang="zh-CN" altLang="en-US" sz="2400" dirty="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地图可视化</a:t>
            </a:r>
            <a:r>
              <a:rPr lang="zh-CN" altLang="en-US" sz="2400" dirty="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模块</a:t>
            </a:r>
            <a:endParaRPr lang="zh-CN" altLang="en-US" sz="2400" dirty="0">
              <a:solidFill>
                <a:schemeClr val="accent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33120" y="1635760"/>
            <a:ext cx="10525760" cy="860425"/>
          </a:xfrm>
          <a:prstGeom prst="rect">
            <a:avLst/>
          </a:prstGeom>
        </p:spPr>
        <p:txBody>
          <a:bodyPr wrap="square">
            <a:spAutoFit/>
          </a:bodyPr>
          <a:p>
            <a:pPr indent="304800" algn="just" defTabSz="266700" fontAlgn="auto">
              <a:lnSpc>
                <a:spcPts val="3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zh-CN" altLang="en-US"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通过</a:t>
            </a:r>
            <a:r>
              <a:rPr lang="en-US" altLang="zh-CN"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Leaflet</a:t>
            </a:r>
            <a:r>
              <a:rPr lang="zh-CN" altLang="en-US"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和微信小程序原生工具实现设备地理分布的展示，图标颜色反映预警等级。地图支持点击设备查看其识别结果、预警信息和防治建议。</a:t>
            </a:r>
            <a:endParaRPr lang="zh-CN" altLang="en-US" sz="24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420327798" name="图片 36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153285" y="2792095"/>
            <a:ext cx="7431405" cy="332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 advClick="0"/>
    </mc:Choice>
    <mc:Fallback>
      <p:transition spd="med" advClick="0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/>
        </p:nvSpPr>
        <p:spPr>
          <a:xfrm>
            <a:off x="4509135" y="-627380"/>
            <a:ext cx="3867785" cy="77241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9600" dirty="0">
                <a:gradFill>
                  <a:gsLst>
                    <a:gs pos="0">
                      <a:srgbClr val="CBE6DD"/>
                    </a:gs>
                    <a:gs pos="100000">
                      <a:srgbClr val="74A899"/>
                    </a:gs>
                  </a:gsLst>
                  <a:lin ang="10800000" scaled="0"/>
                </a:gradFill>
                <a:latin typeface="Impact" panose="020B0806030902050204" charset="0"/>
                <a:ea typeface="华文琥珀" panose="02010800040101010101" charset="-122"/>
              </a:rPr>
              <a:t>4</a:t>
            </a:r>
            <a:endParaRPr lang="en-US" altLang="zh-CN" sz="49600" dirty="0">
              <a:gradFill>
                <a:gsLst>
                  <a:gs pos="0">
                    <a:srgbClr val="CBE6DD"/>
                  </a:gs>
                  <a:gs pos="100000">
                    <a:srgbClr val="74A899"/>
                  </a:gs>
                </a:gsLst>
                <a:lin ang="10800000" scaled="0"/>
              </a:gradFill>
              <a:latin typeface="Impact" panose="020B0806030902050204" charset="0"/>
              <a:ea typeface="华文琥珀" panose="02010800040101010101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4528877" y="3405802"/>
            <a:ext cx="313477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dirty="0">
                <a:solidFill>
                  <a:schemeClr val="bg1"/>
                </a:solidFill>
                <a:latin typeface="方正静蕾简体" panose="02000000000000000000" pitchFamily="2" charset="-122"/>
                <a:ea typeface="方正静蕾简体" panose="02000000000000000000" pitchFamily="2" charset="-122"/>
              </a:rPr>
              <a:t>论文结论</a:t>
            </a:r>
            <a:endParaRPr lang="zh-CN" altLang="en-US" sz="2800" dirty="0">
              <a:solidFill>
                <a:schemeClr val="bg1"/>
              </a:solidFill>
              <a:latin typeface="方正静蕾简体" panose="02000000000000000000" pitchFamily="2" charset="-122"/>
              <a:ea typeface="方正静蕾简体" panose="02000000000000000000" pitchFamily="2" charset="-122"/>
            </a:endParaRPr>
          </a:p>
        </p:txBody>
      </p:sp>
      <p:pic>
        <p:nvPicPr>
          <p:cNvPr id="5" name="图片 4" descr="1cb5a94826d881d8f97b4bd614ba2311"/>
          <p:cNvPicPr>
            <a:picLocks noChangeAspect="1"/>
          </p:cNvPicPr>
          <p:nvPr/>
        </p:nvPicPr>
        <p:blipFill rotWithShape="1">
          <a:blip r:embed="rId1"/>
          <a:srcRect l="-467" t="70762" r="65" b="349"/>
          <a:stretch>
            <a:fillRect/>
          </a:stretch>
        </p:blipFill>
        <p:spPr>
          <a:xfrm>
            <a:off x="1331088" y="3310358"/>
            <a:ext cx="9479665" cy="954559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4528877" y="3405802"/>
            <a:ext cx="313477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b="1" dirty="0">
                <a:solidFill>
                  <a:schemeClr val="accent6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总结展望</a:t>
            </a:r>
            <a:endParaRPr lang="en-US" altLang="zh-CN" sz="2800" dirty="0">
              <a:solidFill>
                <a:schemeClr val="bg1"/>
              </a:solidFill>
              <a:latin typeface="方正静蕾简体" panose="02000000000000000000" pitchFamily="2" charset="-122"/>
              <a:ea typeface="方正静蕾简体" panose="02000000000000000000" pitchFamily="2" charset="-122"/>
            </a:endParaRPr>
          </a:p>
        </p:txBody>
      </p:sp>
      <p:grpSp>
        <p:nvGrpSpPr>
          <p:cNvPr id="7" name="Group 4"/>
          <p:cNvGrpSpPr>
            <a:grpSpLocks noChangeAspect="1"/>
          </p:cNvGrpSpPr>
          <p:nvPr/>
        </p:nvGrpSpPr>
        <p:grpSpPr bwMode="auto">
          <a:xfrm flipV="1">
            <a:off x="5703098" y="2499053"/>
            <a:ext cx="739929" cy="763583"/>
            <a:chOff x="1308" y="1009"/>
            <a:chExt cx="1001" cy="1033"/>
          </a:xfrm>
          <a:noFill/>
        </p:grpSpPr>
        <p:sp>
          <p:nvSpPr>
            <p:cNvPr id="8" name="Freeform 5"/>
            <p:cNvSpPr/>
            <p:nvPr/>
          </p:nvSpPr>
          <p:spPr bwMode="auto">
            <a:xfrm>
              <a:off x="1533" y="1009"/>
              <a:ext cx="571" cy="830"/>
            </a:xfrm>
            <a:custGeom>
              <a:avLst/>
              <a:gdLst>
                <a:gd name="T0" fmla="*/ 404 w 439"/>
                <a:gd name="T1" fmla="*/ 298 h 638"/>
                <a:gd name="T2" fmla="*/ 321 w 439"/>
                <a:gd name="T3" fmla="*/ 223 h 638"/>
                <a:gd name="T4" fmla="*/ 321 w 439"/>
                <a:gd name="T5" fmla="*/ 50 h 638"/>
                <a:gd name="T6" fmla="*/ 318 w 439"/>
                <a:gd name="T7" fmla="*/ 41 h 638"/>
                <a:gd name="T8" fmla="*/ 221 w 439"/>
                <a:gd name="T9" fmla="*/ 0 h 638"/>
                <a:gd name="T10" fmla="*/ 118 w 439"/>
                <a:gd name="T11" fmla="*/ 40 h 638"/>
                <a:gd name="T12" fmla="*/ 114 w 439"/>
                <a:gd name="T13" fmla="*/ 50 h 638"/>
                <a:gd name="T14" fmla="*/ 114 w 439"/>
                <a:gd name="T15" fmla="*/ 225 h 638"/>
                <a:gd name="T16" fmla="*/ 34 w 439"/>
                <a:gd name="T17" fmla="*/ 300 h 638"/>
                <a:gd name="T18" fmla="*/ 0 w 439"/>
                <a:gd name="T19" fmla="*/ 418 h 638"/>
                <a:gd name="T20" fmla="*/ 220 w 439"/>
                <a:gd name="T21" fmla="*/ 638 h 638"/>
                <a:gd name="T22" fmla="*/ 439 w 439"/>
                <a:gd name="T23" fmla="*/ 418 h 638"/>
                <a:gd name="T24" fmla="*/ 404 w 439"/>
                <a:gd name="T25" fmla="*/ 298 h 6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9" h="638">
                  <a:moveTo>
                    <a:pt x="404" y="298"/>
                  </a:moveTo>
                  <a:cubicBezTo>
                    <a:pt x="383" y="267"/>
                    <a:pt x="355" y="241"/>
                    <a:pt x="321" y="223"/>
                  </a:cubicBezTo>
                  <a:cubicBezTo>
                    <a:pt x="321" y="222"/>
                    <a:pt x="321" y="50"/>
                    <a:pt x="321" y="50"/>
                  </a:cubicBezTo>
                  <a:cubicBezTo>
                    <a:pt x="321" y="47"/>
                    <a:pt x="320" y="44"/>
                    <a:pt x="318" y="41"/>
                  </a:cubicBezTo>
                  <a:cubicBezTo>
                    <a:pt x="316" y="39"/>
                    <a:pt x="282" y="0"/>
                    <a:pt x="221" y="0"/>
                  </a:cubicBezTo>
                  <a:cubicBezTo>
                    <a:pt x="162" y="0"/>
                    <a:pt x="120" y="38"/>
                    <a:pt x="118" y="40"/>
                  </a:cubicBezTo>
                  <a:cubicBezTo>
                    <a:pt x="116" y="43"/>
                    <a:pt x="114" y="46"/>
                    <a:pt x="114" y="50"/>
                  </a:cubicBezTo>
                  <a:cubicBezTo>
                    <a:pt x="114" y="50"/>
                    <a:pt x="114" y="223"/>
                    <a:pt x="114" y="225"/>
                  </a:cubicBezTo>
                  <a:cubicBezTo>
                    <a:pt x="81" y="243"/>
                    <a:pt x="54" y="269"/>
                    <a:pt x="34" y="300"/>
                  </a:cubicBezTo>
                  <a:cubicBezTo>
                    <a:pt x="11" y="335"/>
                    <a:pt x="0" y="376"/>
                    <a:pt x="0" y="418"/>
                  </a:cubicBezTo>
                  <a:cubicBezTo>
                    <a:pt x="0" y="539"/>
                    <a:pt x="98" y="638"/>
                    <a:pt x="220" y="638"/>
                  </a:cubicBezTo>
                  <a:cubicBezTo>
                    <a:pt x="341" y="638"/>
                    <a:pt x="439" y="539"/>
                    <a:pt x="439" y="418"/>
                  </a:cubicBezTo>
                  <a:cubicBezTo>
                    <a:pt x="439" y="375"/>
                    <a:pt x="427" y="334"/>
                    <a:pt x="404" y="298"/>
                  </a:cubicBezTo>
                  <a:close/>
                </a:path>
              </a:pathLst>
            </a:custGeom>
            <a:grpFill/>
            <a:ln>
              <a:solidFill>
                <a:schemeClr val="accent6">
                  <a:lumMod val="75000"/>
                </a:schemeClr>
              </a:solidFill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chemeClr val="accent6">
                    <a:lumMod val="50000"/>
                  </a:schemeClr>
                </a:solidFill>
              </a:endParaRPr>
            </a:p>
          </p:txBody>
        </p:sp>
        <p:sp>
          <p:nvSpPr>
            <p:cNvPr id="9" name="Freeform 6"/>
            <p:cNvSpPr>
              <a:spLocks noEditPoints="1"/>
            </p:cNvSpPr>
            <p:nvPr/>
          </p:nvSpPr>
          <p:spPr bwMode="auto">
            <a:xfrm>
              <a:off x="1526" y="1009"/>
              <a:ext cx="573" cy="830"/>
            </a:xfrm>
            <a:custGeom>
              <a:avLst/>
              <a:gdLst>
                <a:gd name="T0" fmla="*/ 440 w 440"/>
                <a:gd name="T1" fmla="*/ 418 h 638"/>
                <a:gd name="T2" fmla="*/ 322 w 440"/>
                <a:gd name="T3" fmla="*/ 223 h 638"/>
                <a:gd name="T4" fmla="*/ 319 w 440"/>
                <a:gd name="T5" fmla="*/ 41 h 638"/>
                <a:gd name="T6" fmla="*/ 119 w 440"/>
                <a:gd name="T7" fmla="*/ 40 h 638"/>
                <a:gd name="T8" fmla="*/ 114 w 440"/>
                <a:gd name="T9" fmla="*/ 225 h 638"/>
                <a:gd name="T10" fmla="*/ 0 w 440"/>
                <a:gd name="T11" fmla="*/ 418 h 638"/>
                <a:gd name="T12" fmla="*/ 143 w 440"/>
                <a:gd name="T13" fmla="*/ 75 h 638"/>
                <a:gd name="T14" fmla="*/ 294 w 440"/>
                <a:gd name="T15" fmla="*/ 134 h 638"/>
                <a:gd name="T16" fmla="*/ 143 w 440"/>
                <a:gd name="T17" fmla="*/ 75 h 638"/>
                <a:gd name="T18" fmla="*/ 294 w 440"/>
                <a:gd name="T19" fmla="*/ 162 h 638"/>
                <a:gd name="T20" fmla="*/ 294 w 440"/>
                <a:gd name="T21" fmla="*/ 189 h 638"/>
                <a:gd name="T22" fmla="*/ 143 w 440"/>
                <a:gd name="T23" fmla="*/ 134 h 638"/>
                <a:gd name="T24" fmla="*/ 213 w 440"/>
                <a:gd name="T25" fmla="*/ 411 h 638"/>
                <a:gd name="T26" fmla="*/ 184 w 440"/>
                <a:gd name="T27" fmla="*/ 400 h 638"/>
                <a:gd name="T28" fmla="*/ 196 w 440"/>
                <a:gd name="T29" fmla="*/ 200 h 638"/>
                <a:gd name="T30" fmla="*/ 230 w 440"/>
                <a:gd name="T31" fmla="*/ 228 h 638"/>
                <a:gd name="T32" fmla="*/ 218 w 440"/>
                <a:gd name="T33" fmla="*/ 408 h 638"/>
                <a:gd name="T34" fmla="*/ 213 w 440"/>
                <a:gd name="T35" fmla="*/ 459 h 638"/>
                <a:gd name="T36" fmla="*/ 213 w 440"/>
                <a:gd name="T37" fmla="*/ 435 h 638"/>
                <a:gd name="T38" fmla="*/ 136 w 440"/>
                <a:gd name="T39" fmla="*/ 245 h 638"/>
                <a:gd name="T40" fmla="*/ 143 w 440"/>
                <a:gd name="T41" fmla="*/ 191 h 638"/>
                <a:gd name="T42" fmla="*/ 183 w 440"/>
                <a:gd name="T43" fmla="*/ 228 h 638"/>
                <a:gd name="T44" fmla="*/ 146 w 440"/>
                <a:gd name="T45" fmla="*/ 411 h 638"/>
                <a:gd name="T46" fmla="*/ 139 w 440"/>
                <a:gd name="T47" fmla="*/ 470 h 638"/>
                <a:gd name="T48" fmla="*/ 181 w 440"/>
                <a:gd name="T49" fmla="*/ 421 h 638"/>
                <a:gd name="T50" fmla="*/ 188 w 440"/>
                <a:gd name="T51" fmla="*/ 450 h 638"/>
                <a:gd name="T52" fmla="*/ 237 w 440"/>
                <a:gd name="T53" fmla="*/ 450 h 638"/>
                <a:gd name="T54" fmla="*/ 245 w 440"/>
                <a:gd name="T55" fmla="*/ 421 h 638"/>
                <a:gd name="T56" fmla="*/ 286 w 440"/>
                <a:gd name="T57" fmla="*/ 470 h 638"/>
                <a:gd name="T58" fmla="*/ 279 w 440"/>
                <a:gd name="T59" fmla="*/ 411 h 638"/>
                <a:gd name="T60" fmla="*/ 243 w 440"/>
                <a:gd name="T61" fmla="*/ 228 h 638"/>
                <a:gd name="T62" fmla="*/ 294 w 440"/>
                <a:gd name="T63" fmla="*/ 217 h 638"/>
                <a:gd name="T64" fmla="*/ 302 w 440"/>
                <a:gd name="T65" fmla="*/ 244 h 638"/>
                <a:gd name="T66" fmla="*/ 220 w 440"/>
                <a:gd name="T67" fmla="*/ 610 h 638"/>
                <a:gd name="T68" fmla="*/ 136 w 440"/>
                <a:gd name="T69" fmla="*/ 245 h 638"/>
                <a:gd name="T70" fmla="*/ 160 w 440"/>
                <a:gd name="T71" fmla="*/ 443 h 638"/>
                <a:gd name="T72" fmla="*/ 143 w 440"/>
                <a:gd name="T73" fmla="*/ 447 h 638"/>
                <a:gd name="T74" fmla="*/ 168 w 440"/>
                <a:gd name="T75" fmla="*/ 422 h 638"/>
                <a:gd name="T76" fmla="*/ 273 w 440"/>
                <a:gd name="T77" fmla="*/ 429 h 638"/>
                <a:gd name="T78" fmla="*/ 280 w 440"/>
                <a:gd name="T79" fmla="*/ 452 h 638"/>
                <a:gd name="T80" fmla="*/ 258 w 440"/>
                <a:gd name="T81" fmla="*/ 422 h 6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40" h="638">
                  <a:moveTo>
                    <a:pt x="220" y="638"/>
                  </a:moveTo>
                  <a:cubicBezTo>
                    <a:pt x="342" y="638"/>
                    <a:pt x="440" y="539"/>
                    <a:pt x="440" y="418"/>
                  </a:cubicBezTo>
                  <a:cubicBezTo>
                    <a:pt x="440" y="375"/>
                    <a:pt x="428" y="334"/>
                    <a:pt x="405" y="298"/>
                  </a:cubicBezTo>
                  <a:cubicBezTo>
                    <a:pt x="384" y="267"/>
                    <a:pt x="356" y="241"/>
                    <a:pt x="322" y="223"/>
                  </a:cubicBezTo>
                  <a:cubicBezTo>
                    <a:pt x="322" y="222"/>
                    <a:pt x="322" y="50"/>
                    <a:pt x="322" y="50"/>
                  </a:cubicBezTo>
                  <a:cubicBezTo>
                    <a:pt x="322" y="47"/>
                    <a:pt x="321" y="44"/>
                    <a:pt x="319" y="41"/>
                  </a:cubicBezTo>
                  <a:cubicBezTo>
                    <a:pt x="317" y="39"/>
                    <a:pt x="283" y="0"/>
                    <a:pt x="222" y="0"/>
                  </a:cubicBezTo>
                  <a:cubicBezTo>
                    <a:pt x="162" y="0"/>
                    <a:pt x="121" y="38"/>
                    <a:pt x="119" y="40"/>
                  </a:cubicBezTo>
                  <a:cubicBezTo>
                    <a:pt x="117" y="43"/>
                    <a:pt x="115" y="46"/>
                    <a:pt x="115" y="50"/>
                  </a:cubicBezTo>
                  <a:cubicBezTo>
                    <a:pt x="115" y="50"/>
                    <a:pt x="115" y="223"/>
                    <a:pt x="114" y="225"/>
                  </a:cubicBezTo>
                  <a:cubicBezTo>
                    <a:pt x="82" y="243"/>
                    <a:pt x="55" y="269"/>
                    <a:pt x="35" y="300"/>
                  </a:cubicBezTo>
                  <a:cubicBezTo>
                    <a:pt x="12" y="335"/>
                    <a:pt x="0" y="376"/>
                    <a:pt x="0" y="418"/>
                  </a:cubicBezTo>
                  <a:cubicBezTo>
                    <a:pt x="0" y="539"/>
                    <a:pt x="99" y="638"/>
                    <a:pt x="220" y="638"/>
                  </a:cubicBezTo>
                  <a:close/>
                  <a:moveTo>
                    <a:pt x="143" y="75"/>
                  </a:moveTo>
                  <a:cubicBezTo>
                    <a:pt x="294" y="102"/>
                    <a:pt x="294" y="102"/>
                    <a:pt x="294" y="102"/>
                  </a:cubicBezTo>
                  <a:cubicBezTo>
                    <a:pt x="294" y="134"/>
                    <a:pt x="294" y="134"/>
                    <a:pt x="294" y="134"/>
                  </a:cubicBezTo>
                  <a:cubicBezTo>
                    <a:pt x="143" y="106"/>
                    <a:pt x="143" y="106"/>
                    <a:pt x="143" y="106"/>
                  </a:cubicBezTo>
                  <a:lnTo>
                    <a:pt x="143" y="75"/>
                  </a:lnTo>
                  <a:close/>
                  <a:moveTo>
                    <a:pt x="143" y="134"/>
                  </a:moveTo>
                  <a:cubicBezTo>
                    <a:pt x="294" y="162"/>
                    <a:pt x="294" y="162"/>
                    <a:pt x="294" y="162"/>
                  </a:cubicBezTo>
                  <a:cubicBezTo>
                    <a:pt x="294" y="180"/>
                    <a:pt x="294" y="180"/>
                    <a:pt x="294" y="180"/>
                  </a:cubicBezTo>
                  <a:cubicBezTo>
                    <a:pt x="294" y="189"/>
                    <a:pt x="294" y="189"/>
                    <a:pt x="294" y="189"/>
                  </a:cubicBezTo>
                  <a:cubicBezTo>
                    <a:pt x="143" y="163"/>
                    <a:pt x="143" y="163"/>
                    <a:pt x="143" y="163"/>
                  </a:cubicBezTo>
                  <a:lnTo>
                    <a:pt x="143" y="134"/>
                  </a:lnTo>
                  <a:close/>
                  <a:moveTo>
                    <a:pt x="218" y="408"/>
                  </a:moveTo>
                  <a:cubicBezTo>
                    <a:pt x="216" y="409"/>
                    <a:pt x="214" y="410"/>
                    <a:pt x="213" y="411"/>
                  </a:cubicBezTo>
                  <a:cubicBezTo>
                    <a:pt x="211" y="410"/>
                    <a:pt x="209" y="409"/>
                    <a:pt x="207" y="408"/>
                  </a:cubicBezTo>
                  <a:cubicBezTo>
                    <a:pt x="201" y="404"/>
                    <a:pt x="193" y="402"/>
                    <a:pt x="184" y="400"/>
                  </a:cubicBezTo>
                  <a:cubicBezTo>
                    <a:pt x="191" y="354"/>
                    <a:pt x="194" y="273"/>
                    <a:pt x="195" y="228"/>
                  </a:cubicBezTo>
                  <a:cubicBezTo>
                    <a:pt x="195" y="215"/>
                    <a:pt x="196" y="205"/>
                    <a:pt x="196" y="200"/>
                  </a:cubicBezTo>
                  <a:cubicBezTo>
                    <a:pt x="230" y="206"/>
                    <a:pt x="230" y="206"/>
                    <a:pt x="230" y="206"/>
                  </a:cubicBezTo>
                  <a:cubicBezTo>
                    <a:pt x="230" y="211"/>
                    <a:pt x="230" y="219"/>
                    <a:pt x="230" y="228"/>
                  </a:cubicBezTo>
                  <a:cubicBezTo>
                    <a:pt x="231" y="273"/>
                    <a:pt x="234" y="354"/>
                    <a:pt x="241" y="400"/>
                  </a:cubicBezTo>
                  <a:cubicBezTo>
                    <a:pt x="233" y="402"/>
                    <a:pt x="225" y="404"/>
                    <a:pt x="218" y="408"/>
                  </a:cubicBezTo>
                  <a:close/>
                  <a:moveTo>
                    <a:pt x="225" y="448"/>
                  </a:moveTo>
                  <a:cubicBezTo>
                    <a:pt x="224" y="452"/>
                    <a:pt x="218" y="459"/>
                    <a:pt x="213" y="459"/>
                  </a:cubicBezTo>
                  <a:cubicBezTo>
                    <a:pt x="208" y="459"/>
                    <a:pt x="201" y="452"/>
                    <a:pt x="201" y="448"/>
                  </a:cubicBezTo>
                  <a:cubicBezTo>
                    <a:pt x="201" y="445"/>
                    <a:pt x="204" y="439"/>
                    <a:pt x="213" y="435"/>
                  </a:cubicBezTo>
                  <a:cubicBezTo>
                    <a:pt x="221" y="439"/>
                    <a:pt x="225" y="445"/>
                    <a:pt x="225" y="448"/>
                  </a:cubicBezTo>
                  <a:close/>
                  <a:moveTo>
                    <a:pt x="136" y="245"/>
                  </a:moveTo>
                  <a:cubicBezTo>
                    <a:pt x="144" y="242"/>
                    <a:pt x="144" y="242"/>
                    <a:pt x="144" y="242"/>
                  </a:cubicBezTo>
                  <a:cubicBezTo>
                    <a:pt x="143" y="191"/>
                    <a:pt x="143" y="191"/>
                    <a:pt x="143" y="191"/>
                  </a:cubicBezTo>
                  <a:cubicBezTo>
                    <a:pt x="183" y="198"/>
                    <a:pt x="183" y="198"/>
                    <a:pt x="183" y="198"/>
                  </a:cubicBezTo>
                  <a:cubicBezTo>
                    <a:pt x="183" y="205"/>
                    <a:pt x="183" y="215"/>
                    <a:pt x="183" y="228"/>
                  </a:cubicBezTo>
                  <a:cubicBezTo>
                    <a:pt x="181" y="278"/>
                    <a:pt x="178" y="360"/>
                    <a:pt x="172" y="400"/>
                  </a:cubicBezTo>
                  <a:cubicBezTo>
                    <a:pt x="162" y="401"/>
                    <a:pt x="153" y="404"/>
                    <a:pt x="146" y="411"/>
                  </a:cubicBezTo>
                  <a:cubicBezTo>
                    <a:pt x="138" y="418"/>
                    <a:pt x="133" y="429"/>
                    <a:pt x="131" y="441"/>
                  </a:cubicBezTo>
                  <a:cubicBezTo>
                    <a:pt x="129" y="453"/>
                    <a:pt x="132" y="464"/>
                    <a:pt x="139" y="470"/>
                  </a:cubicBezTo>
                  <a:cubicBezTo>
                    <a:pt x="146" y="477"/>
                    <a:pt x="158" y="477"/>
                    <a:pt x="170" y="457"/>
                  </a:cubicBezTo>
                  <a:cubicBezTo>
                    <a:pt x="174" y="449"/>
                    <a:pt x="178" y="436"/>
                    <a:pt x="181" y="421"/>
                  </a:cubicBezTo>
                  <a:cubicBezTo>
                    <a:pt x="186" y="421"/>
                    <a:pt x="192" y="423"/>
                    <a:pt x="197" y="425"/>
                  </a:cubicBezTo>
                  <a:cubicBezTo>
                    <a:pt x="189" y="434"/>
                    <a:pt x="188" y="444"/>
                    <a:pt x="188" y="450"/>
                  </a:cubicBezTo>
                  <a:cubicBezTo>
                    <a:pt x="189" y="464"/>
                    <a:pt x="200" y="480"/>
                    <a:pt x="213" y="480"/>
                  </a:cubicBezTo>
                  <a:cubicBezTo>
                    <a:pt x="225" y="480"/>
                    <a:pt x="236" y="464"/>
                    <a:pt x="237" y="450"/>
                  </a:cubicBezTo>
                  <a:cubicBezTo>
                    <a:pt x="237" y="444"/>
                    <a:pt x="236" y="434"/>
                    <a:pt x="229" y="425"/>
                  </a:cubicBezTo>
                  <a:cubicBezTo>
                    <a:pt x="234" y="423"/>
                    <a:pt x="239" y="421"/>
                    <a:pt x="245" y="421"/>
                  </a:cubicBezTo>
                  <a:cubicBezTo>
                    <a:pt x="248" y="436"/>
                    <a:pt x="251" y="449"/>
                    <a:pt x="256" y="457"/>
                  </a:cubicBezTo>
                  <a:cubicBezTo>
                    <a:pt x="267" y="477"/>
                    <a:pt x="279" y="477"/>
                    <a:pt x="286" y="470"/>
                  </a:cubicBezTo>
                  <a:cubicBezTo>
                    <a:pt x="293" y="464"/>
                    <a:pt x="296" y="453"/>
                    <a:pt x="294" y="441"/>
                  </a:cubicBezTo>
                  <a:cubicBezTo>
                    <a:pt x="292" y="429"/>
                    <a:pt x="287" y="418"/>
                    <a:pt x="279" y="411"/>
                  </a:cubicBezTo>
                  <a:cubicBezTo>
                    <a:pt x="272" y="404"/>
                    <a:pt x="263" y="401"/>
                    <a:pt x="254" y="400"/>
                  </a:cubicBezTo>
                  <a:cubicBezTo>
                    <a:pt x="247" y="360"/>
                    <a:pt x="244" y="278"/>
                    <a:pt x="243" y="228"/>
                  </a:cubicBezTo>
                  <a:cubicBezTo>
                    <a:pt x="243" y="220"/>
                    <a:pt x="242" y="214"/>
                    <a:pt x="242" y="208"/>
                  </a:cubicBezTo>
                  <a:cubicBezTo>
                    <a:pt x="294" y="217"/>
                    <a:pt x="294" y="217"/>
                    <a:pt x="294" y="217"/>
                  </a:cubicBezTo>
                  <a:cubicBezTo>
                    <a:pt x="294" y="240"/>
                    <a:pt x="294" y="240"/>
                    <a:pt x="294" y="240"/>
                  </a:cubicBezTo>
                  <a:cubicBezTo>
                    <a:pt x="302" y="244"/>
                    <a:pt x="302" y="244"/>
                    <a:pt x="302" y="244"/>
                  </a:cubicBezTo>
                  <a:cubicBezTo>
                    <a:pt x="369" y="275"/>
                    <a:pt x="413" y="344"/>
                    <a:pt x="413" y="418"/>
                  </a:cubicBezTo>
                  <a:cubicBezTo>
                    <a:pt x="413" y="524"/>
                    <a:pt x="326" y="610"/>
                    <a:pt x="220" y="610"/>
                  </a:cubicBezTo>
                  <a:cubicBezTo>
                    <a:pt x="114" y="610"/>
                    <a:pt x="28" y="524"/>
                    <a:pt x="28" y="418"/>
                  </a:cubicBezTo>
                  <a:cubicBezTo>
                    <a:pt x="28" y="344"/>
                    <a:pt x="70" y="278"/>
                    <a:pt x="136" y="245"/>
                  </a:cubicBezTo>
                  <a:close/>
                  <a:moveTo>
                    <a:pt x="168" y="422"/>
                  </a:moveTo>
                  <a:cubicBezTo>
                    <a:pt x="165" y="431"/>
                    <a:pt x="163" y="438"/>
                    <a:pt x="160" y="443"/>
                  </a:cubicBezTo>
                  <a:cubicBezTo>
                    <a:pt x="154" y="454"/>
                    <a:pt x="148" y="455"/>
                    <a:pt x="145" y="452"/>
                  </a:cubicBezTo>
                  <a:cubicBezTo>
                    <a:pt x="144" y="451"/>
                    <a:pt x="143" y="449"/>
                    <a:pt x="143" y="447"/>
                  </a:cubicBezTo>
                  <a:cubicBezTo>
                    <a:pt x="144" y="439"/>
                    <a:pt x="147" y="434"/>
                    <a:pt x="152" y="429"/>
                  </a:cubicBezTo>
                  <a:cubicBezTo>
                    <a:pt x="156" y="425"/>
                    <a:pt x="162" y="423"/>
                    <a:pt x="168" y="422"/>
                  </a:cubicBezTo>
                  <a:close/>
                  <a:moveTo>
                    <a:pt x="258" y="422"/>
                  </a:moveTo>
                  <a:cubicBezTo>
                    <a:pt x="264" y="423"/>
                    <a:pt x="269" y="425"/>
                    <a:pt x="273" y="429"/>
                  </a:cubicBezTo>
                  <a:cubicBezTo>
                    <a:pt x="278" y="434"/>
                    <a:pt x="281" y="439"/>
                    <a:pt x="282" y="447"/>
                  </a:cubicBezTo>
                  <a:cubicBezTo>
                    <a:pt x="283" y="449"/>
                    <a:pt x="282" y="451"/>
                    <a:pt x="280" y="452"/>
                  </a:cubicBezTo>
                  <a:cubicBezTo>
                    <a:pt x="277" y="455"/>
                    <a:pt x="271" y="454"/>
                    <a:pt x="265" y="443"/>
                  </a:cubicBezTo>
                  <a:cubicBezTo>
                    <a:pt x="262" y="438"/>
                    <a:pt x="260" y="431"/>
                    <a:pt x="258" y="422"/>
                  </a:cubicBezTo>
                  <a:close/>
                </a:path>
              </a:pathLst>
            </a:custGeom>
            <a:grpFill/>
            <a:ln>
              <a:solidFill>
                <a:schemeClr val="accent6">
                  <a:lumMod val="75000"/>
                </a:schemeClr>
              </a:solidFill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chemeClr val="accent6">
                    <a:lumMod val="50000"/>
                  </a:schemeClr>
                </a:solidFill>
              </a:endParaRPr>
            </a:p>
          </p:txBody>
        </p:sp>
        <p:sp>
          <p:nvSpPr>
            <p:cNvPr id="10" name="Freeform 7"/>
            <p:cNvSpPr/>
            <p:nvPr/>
          </p:nvSpPr>
          <p:spPr bwMode="auto">
            <a:xfrm>
              <a:off x="2145" y="1578"/>
              <a:ext cx="164" cy="42"/>
            </a:xfrm>
            <a:custGeom>
              <a:avLst/>
              <a:gdLst>
                <a:gd name="T0" fmla="*/ 0 w 126"/>
                <a:gd name="T1" fmla="*/ 16 h 33"/>
                <a:gd name="T2" fmla="*/ 17 w 126"/>
                <a:gd name="T3" fmla="*/ 33 h 33"/>
                <a:gd name="T4" fmla="*/ 109 w 126"/>
                <a:gd name="T5" fmla="*/ 33 h 33"/>
                <a:gd name="T6" fmla="*/ 126 w 126"/>
                <a:gd name="T7" fmla="*/ 16 h 33"/>
                <a:gd name="T8" fmla="*/ 109 w 126"/>
                <a:gd name="T9" fmla="*/ 0 h 33"/>
                <a:gd name="T10" fmla="*/ 17 w 126"/>
                <a:gd name="T11" fmla="*/ 0 h 33"/>
                <a:gd name="T12" fmla="*/ 0 w 126"/>
                <a:gd name="T13" fmla="*/ 16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6" h="33">
                  <a:moveTo>
                    <a:pt x="0" y="16"/>
                  </a:moveTo>
                  <a:cubicBezTo>
                    <a:pt x="0" y="25"/>
                    <a:pt x="7" y="33"/>
                    <a:pt x="17" y="33"/>
                  </a:cubicBezTo>
                  <a:cubicBezTo>
                    <a:pt x="109" y="33"/>
                    <a:pt x="109" y="33"/>
                    <a:pt x="109" y="33"/>
                  </a:cubicBezTo>
                  <a:cubicBezTo>
                    <a:pt x="118" y="33"/>
                    <a:pt x="126" y="25"/>
                    <a:pt x="126" y="16"/>
                  </a:cubicBezTo>
                  <a:cubicBezTo>
                    <a:pt x="126" y="7"/>
                    <a:pt x="118" y="0"/>
                    <a:pt x="109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7" y="0"/>
                    <a:pt x="0" y="7"/>
                    <a:pt x="0" y="16"/>
                  </a:cubicBezTo>
                  <a:close/>
                </a:path>
              </a:pathLst>
            </a:custGeom>
            <a:grpFill/>
            <a:ln>
              <a:solidFill>
                <a:schemeClr val="accent6">
                  <a:lumMod val="75000"/>
                </a:schemeClr>
              </a:solidFill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chemeClr val="accent6">
                    <a:lumMod val="50000"/>
                  </a:schemeClr>
                </a:solidFill>
              </a:endParaRPr>
            </a:p>
          </p:txBody>
        </p:sp>
        <p:sp>
          <p:nvSpPr>
            <p:cNvPr id="11" name="Freeform 8"/>
            <p:cNvSpPr/>
            <p:nvPr/>
          </p:nvSpPr>
          <p:spPr bwMode="auto">
            <a:xfrm>
              <a:off x="1763" y="1882"/>
              <a:ext cx="44" cy="160"/>
            </a:xfrm>
            <a:custGeom>
              <a:avLst/>
              <a:gdLst>
                <a:gd name="T0" fmla="*/ 17 w 34"/>
                <a:gd name="T1" fmla="*/ 0 h 123"/>
                <a:gd name="T2" fmla="*/ 0 w 34"/>
                <a:gd name="T3" fmla="*/ 16 h 123"/>
                <a:gd name="T4" fmla="*/ 0 w 34"/>
                <a:gd name="T5" fmla="*/ 106 h 123"/>
                <a:gd name="T6" fmla="*/ 17 w 34"/>
                <a:gd name="T7" fmla="*/ 123 h 123"/>
                <a:gd name="T8" fmla="*/ 34 w 34"/>
                <a:gd name="T9" fmla="*/ 106 h 123"/>
                <a:gd name="T10" fmla="*/ 34 w 34"/>
                <a:gd name="T11" fmla="*/ 16 h 123"/>
                <a:gd name="T12" fmla="*/ 17 w 34"/>
                <a:gd name="T13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4" h="123">
                  <a:moveTo>
                    <a:pt x="17" y="0"/>
                  </a:moveTo>
                  <a:cubicBezTo>
                    <a:pt x="7" y="0"/>
                    <a:pt x="0" y="7"/>
                    <a:pt x="0" y="16"/>
                  </a:cubicBezTo>
                  <a:cubicBezTo>
                    <a:pt x="0" y="106"/>
                    <a:pt x="0" y="106"/>
                    <a:pt x="0" y="106"/>
                  </a:cubicBezTo>
                  <a:cubicBezTo>
                    <a:pt x="0" y="115"/>
                    <a:pt x="7" y="123"/>
                    <a:pt x="17" y="123"/>
                  </a:cubicBezTo>
                  <a:cubicBezTo>
                    <a:pt x="26" y="123"/>
                    <a:pt x="34" y="115"/>
                    <a:pt x="34" y="106"/>
                  </a:cubicBezTo>
                  <a:cubicBezTo>
                    <a:pt x="34" y="16"/>
                    <a:pt x="34" y="16"/>
                    <a:pt x="34" y="16"/>
                  </a:cubicBezTo>
                  <a:cubicBezTo>
                    <a:pt x="34" y="7"/>
                    <a:pt x="26" y="0"/>
                    <a:pt x="17" y="0"/>
                  </a:cubicBezTo>
                  <a:close/>
                </a:path>
              </a:pathLst>
            </a:custGeom>
            <a:grpFill/>
            <a:ln>
              <a:solidFill>
                <a:schemeClr val="accent6">
                  <a:lumMod val="75000"/>
                </a:schemeClr>
              </a:solidFill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chemeClr val="accent6">
                    <a:lumMod val="50000"/>
                  </a:schemeClr>
                </a:solidFill>
              </a:endParaRPr>
            </a:p>
          </p:txBody>
        </p:sp>
        <p:sp>
          <p:nvSpPr>
            <p:cNvPr id="12" name="Freeform 9"/>
            <p:cNvSpPr/>
            <p:nvPr/>
          </p:nvSpPr>
          <p:spPr bwMode="auto">
            <a:xfrm>
              <a:off x="1308" y="1557"/>
              <a:ext cx="165" cy="44"/>
            </a:xfrm>
            <a:custGeom>
              <a:avLst/>
              <a:gdLst>
                <a:gd name="T0" fmla="*/ 17 w 127"/>
                <a:gd name="T1" fmla="*/ 34 h 34"/>
                <a:gd name="T2" fmla="*/ 110 w 127"/>
                <a:gd name="T3" fmla="*/ 34 h 34"/>
                <a:gd name="T4" fmla="*/ 127 w 127"/>
                <a:gd name="T5" fmla="*/ 17 h 34"/>
                <a:gd name="T6" fmla="*/ 110 w 127"/>
                <a:gd name="T7" fmla="*/ 0 h 34"/>
                <a:gd name="T8" fmla="*/ 17 w 127"/>
                <a:gd name="T9" fmla="*/ 0 h 34"/>
                <a:gd name="T10" fmla="*/ 0 w 127"/>
                <a:gd name="T11" fmla="*/ 17 h 34"/>
                <a:gd name="T12" fmla="*/ 17 w 127"/>
                <a:gd name="T13" fmla="*/ 34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7" h="34">
                  <a:moveTo>
                    <a:pt x="17" y="34"/>
                  </a:moveTo>
                  <a:cubicBezTo>
                    <a:pt x="110" y="34"/>
                    <a:pt x="110" y="34"/>
                    <a:pt x="110" y="34"/>
                  </a:cubicBezTo>
                  <a:cubicBezTo>
                    <a:pt x="119" y="34"/>
                    <a:pt x="127" y="26"/>
                    <a:pt x="127" y="17"/>
                  </a:cubicBezTo>
                  <a:cubicBezTo>
                    <a:pt x="127" y="8"/>
                    <a:pt x="119" y="0"/>
                    <a:pt x="110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8" y="0"/>
                    <a:pt x="0" y="8"/>
                    <a:pt x="0" y="17"/>
                  </a:cubicBezTo>
                  <a:cubicBezTo>
                    <a:pt x="0" y="26"/>
                    <a:pt x="8" y="34"/>
                    <a:pt x="17" y="34"/>
                  </a:cubicBezTo>
                  <a:close/>
                </a:path>
              </a:pathLst>
            </a:custGeom>
            <a:grpFill/>
            <a:ln>
              <a:solidFill>
                <a:schemeClr val="accent6">
                  <a:lumMod val="75000"/>
                </a:schemeClr>
              </a:solidFill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chemeClr val="accent6">
                    <a:lumMod val="50000"/>
                  </a:schemeClr>
                </a:solidFill>
              </a:endParaRPr>
            </a:p>
          </p:txBody>
        </p:sp>
        <p:sp>
          <p:nvSpPr>
            <p:cNvPr id="13" name="Freeform 10"/>
            <p:cNvSpPr/>
            <p:nvPr/>
          </p:nvSpPr>
          <p:spPr bwMode="auto">
            <a:xfrm>
              <a:off x="1403" y="1231"/>
              <a:ext cx="145" cy="117"/>
            </a:xfrm>
            <a:custGeom>
              <a:avLst/>
              <a:gdLst>
                <a:gd name="T0" fmla="*/ 9 w 112"/>
                <a:gd name="T1" fmla="*/ 30 h 90"/>
                <a:gd name="T2" fmla="*/ 83 w 112"/>
                <a:gd name="T3" fmla="*/ 84 h 90"/>
                <a:gd name="T4" fmla="*/ 107 w 112"/>
                <a:gd name="T5" fmla="*/ 81 h 90"/>
                <a:gd name="T6" fmla="*/ 103 w 112"/>
                <a:gd name="T7" fmla="*/ 58 h 90"/>
                <a:gd name="T8" fmla="*/ 30 w 112"/>
                <a:gd name="T9" fmla="*/ 3 h 90"/>
                <a:gd name="T10" fmla="*/ 20 w 112"/>
                <a:gd name="T11" fmla="*/ 0 h 90"/>
                <a:gd name="T12" fmla="*/ 6 w 112"/>
                <a:gd name="T13" fmla="*/ 7 h 90"/>
                <a:gd name="T14" fmla="*/ 9 w 112"/>
                <a:gd name="T15" fmla="*/ 3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2" h="90">
                  <a:moveTo>
                    <a:pt x="9" y="30"/>
                  </a:moveTo>
                  <a:cubicBezTo>
                    <a:pt x="83" y="84"/>
                    <a:pt x="83" y="84"/>
                    <a:pt x="83" y="84"/>
                  </a:cubicBezTo>
                  <a:cubicBezTo>
                    <a:pt x="90" y="90"/>
                    <a:pt x="101" y="88"/>
                    <a:pt x="107" y="81"/>
                  </a:cubicBezTo>
                  <a:cubicBezTo>
                    <a:pt x="112" y="74"/>
                    <a:pt x="111" y="63"/>
                    <a:pt x="103" y="58"/>
                  </a:cubicBezTo>
                  <a:cubicBezTo>
                    <a:pt x="30" y="3"/>
                    <a:pt x="30" y="3"/>
                    <a:pt x="30" y="3"/>
                  </a:cubicBezTo>
                  <a:cubicBezTo>
                    <a:pt x="27" y="1"/>
                    <a:pt x="23" y="0"/>
                    <a:pt x="20" y="0"/>
                  </a:cubicBezTo>
                  <a:cubicBezTo>
                    <a:pt x="14" y="0"/>
                    <a:pt x="9" y="2"/>
                    <a:pt x="6" y="7"/>
                  </a:cubicBezTo>
                  <a:cubicBezTo>
                    <a:pt x="0" y="14"/>
                    <a:pt x="2" y="24"/>
                    <a:pt x="9" y="30"/>
                  </a:cubicBezTo>
                  <a:close/>
                </a:path>
              </a:pathLst>
            </a:custGeom>
            <a:grpFill/>
            <a:ln>
              <a:solidFill>
                <a:schemeClr val="accent6">
                  <a:lumMod val="75000"/>
                </a:schemeClr>
              </a:solidFill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chemeClr val="accent6">
                    <a:lumMod val="50000"/>
                  </a:schemeClr>
                </a:solidFill>
              </a:endParaRPr>
            </a:p>
          </p:txBody>
        </p:sp>
        <p:sp>
          <p:nvSpPr>
            <p:cNvPr id="15" name="Freeform 11"/>
            <p:cNvSpPr/>
            <p:nvPr/>
          </p:nvSpPr>
          <p:spPr bwMode="auto">
            <a:xfrm>
              <a:off x="2073" y="1231"/>
              <a:ext cx="145" cy="117"/>
            </a:xfrm>
            <a:custGeom>
              <a:avLst/>
              <a:gdLst>
                <a:gd name="T0" fmla="*/ 29 w 112"/>
                <a:gd name="T1" fmla="*/ 84 h 90"/>
                <a:gd name="T2" fmla="*/ 103 w 112"/>
                <a:gd name="T3" fmla="*/ 30 h 90"/>
                <a:gd name="T4" fmla="*/ 106 w 112"/>
                <a:gd name="T5" fmla="*/ 7 h 90"/>
                <a:gd name="T6" fmla="*/ 92 w 112"/>
                <a:gd name="T7" fmla="*/ 0 h 90"/>
                <a:gd name="T8" fmla="*/ 82 w 112"/>
                <a:gd name="T9" fmla="*/ 3 h 90"/>
                <a:gd name="T10" fmla="*/ 9 w 112"/>
                <a:gd name="T11" fmla="*/ 58 h 90"/>
                <a:gd name="T12" fmla="*/ 5 w 112"/>
                <a:gd name="T13" fmla="*/ 81 h 90"/>
                <a:gd name="T14" fmla="*/ 29 w 112"/>
                <a:gd name="T15" fmla="*/ 84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2" h="90">
                  <a:moveTo>
                    <a:pt x="29" y="84"/>
                  </a:moveTo>
                  <a:cubicBezTo>
                    <a:pt x="103" y="30"/>
                    <a:pt x="103" y="30"/>
                    <a:pt x="103" y="30"/>
                  </a:cubicBezTo>
                  <a:cubicBezTo>
                    <a:pt x="110" y="24"/>
                    <a:pt x="112" y="14"/>
                    <a:pt x="106" y="7"/>
                  </a:cubicBezTo>
                  <a:cubicBezTo>
                    <a:pt x="103" y="2"/>
                    <a:pt x="98" y="0"/>
                    <a:pt x="92" y="0"/>
                  </a:cubicBezTo>
                  <a:cubicBezTo>
                    <a:pt x="89" y="0"/>
                    <a:pt x="85" y="1"/>
                    <a:pt x="82" y="3"/>
                  </a:cubicBezTo>
                  <a:cubicBezTo>
                    <a:pt x="9" y="58"/>
                    <a:pt x="9" y="58"/>
                    <a:pt x="9" y="58"/>
                  </a:cubicBezTo>
                  <a:cubicBezTo>
                    <a:pt x="1" y="63"/>
                    <a:pt x="0" y="74"/>
                    <a:pt x="5" y="81"/>
                  </a:cubicBezTo>
                  <a:cubicBezTo>
                    <a:pt x="11" y="88"/>
                    <a:pt x="22" y="90"/>
                    <a:pt x="29" y="84"/>
                  </a:cubicBezTo>
                  <a:close/>
                </a:path>
              </a:pathLst>
            </a:custGeom>
            <a:grpFill/>
            <a:ln>
              <a:solidFill>
                <a:schemeClr val="accent6">
                  <a:lumMod val="75000"/>
                </a:schemeClr>
              </a:solidFill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chemeClr val="accent6">
                    <a:lumMod val="50000"/>
                  </a:schemeClr>
                </a:solidFill>
              </a:endParaRPr>
            </a:p>
          </p:txBody>
        </p:sp>
        <p:sp>
          <p:nvSpPr>
            <p:cNvPr id="16" name="Freeform 12"/>
            <p:cNvSpPr/>
            <p:nvPr/>
          </p:nvSpPr>
          <p:spPr bwMode="auto">
            <a:xfrm>
              <a:off x="1431" y="1813"/>
              <a:ext cx="134" cy="128"/>
            </a:xfrm>
            <a:custGeom>
              <a:avLst/>
              <a:gdLst>
                <a:gd name="T0" fmla="*/ 84 w 103"/>
                <a:gd name="T1" fmla="*/ 0 h 98"/>
                <a:gd name="T2" fmla="*/ 72 w 103"/>
                <a:gd name="T3" fmla="*/ 4 h 98"/>
                <a:gd name="T4" fmla="*/ 7 w 103"/>
                <a:gd name="T5" fmla="*/ 68 h 98"/>
                <a:gd name="T6" fmla="*/ 7 w 103"/>
                <a:gd name="T7" fmla="*/ 91 h 98"/>
                <a:gd name="T8" fmla="*/ 31 w 103"/>
                <a:gd name="T9" fmla="*/ 91 h 98"/>
                <a:gd name="T10" fmla="*/ 96 w 103"/>
                <a:gd name="T11" fmla="*/ 28 h 98"/>
                <a:gd name="T12" fmla="*/ 96 w 103"/>
                <a:gd name="T13" fmla="*/ 4 h 98"/>
                <a:gd name="T14" fmla="*/ 84 w 103"/>
                <a:gd name="T15" fmla="*/ 0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3" h="98">
                  <a:moveTo>
                    <a:pt x="84" y="0"/>
                  </a:moveTo>
                  <a:cubicBezTo>
                    <a:pt x="80" y="0"/>
                    <a:pt x="75" y="1"/>
                    <a:pt x="72" y="4"/>
                  </a:cubicBezTo>
                  <a:cubicBezTo>
                    <a:pt x="7" y="68"/>
                    <a:pt x="7" y="68"/>
                    <a:pt x="7" y="68"/>
                  </a:cubicBezTo>
                  <a:cubicBezTo>
                    <a:pt x="0" y="74"/>
                    <a:pt x="0" y="85"/>
                    <a:pt x="7" y="91"/>
                  </a:cubicBezTo>
                  <a:cubicBezTo>
                    <a:pt x="13" y="98"/>
                    <a:pt x="24" y="98"/>
                    <a:pt x="31" y="91"/>
                  </a:cubicBezTo>
                  <a:cubicBezTo>
                    <a:pt x="96" y="28"/>
                    <a:pt x="96" y="28"/>
                    <a:pt x="96" y="28"/>
                  </a:cubicBezTo>
                  <a:cubicBezTo>
                    <a:pt x="103" y="21"/>
                    <a:pt x="103" y="11"/>
                    <a:pt x="96" y="4"/>
                  </a:cubicBezTo>
                  <a:cubicBezTo>
                    <a:pt x="93" y="1"/>
                    <a:pt x="88" y="0"/>
                    <a:pt x="84" y="0"/>
                  </a:cubicBezTo>
                  <a:close/>
                </a:path>
              </a:pathLst>
            </a:custGeom>
            <a:grpFill/>
            <a:ln>
              <a:solidFill>
                <a:schemeClr val="accent6">
                  <a:lumMod val="75000"/>
                </a:schemeClr>
              </a:solidFill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chemeClr val="accent6">
                    <a:lumMod val="50000"/>
                  </a:schemeClr>
                </a:solidFill>
              </a:endParaRPr>
            </a:p>
          </p:txBody>
        </p:sp>
        <p:sp>
          <p:nvSpPr>
            <p:cNvPr id="19" name="Freeform 13"/>
            <p:cNvSpPr/>
            <p:nvPr/>
          </p:nvSpPr>
          <p:spPr bwMode="auto">
            <a:xfrm>
              <a:off x="2043" y="1813"/>
              <a:ext cx="132" cy="128"/>
            </a:xfrm>
            <a:custGeom>
              <a:avLst/>
              <a:gdLst>
                <a:gd name="T0" fmla="*/ 31 w 102"/>
                <a:gd name="T1" fmla="*/ 4 h 98"/>
                <a:gd name="T2" fmla="*/ 19 w 102"/>
                <a:gd name="T3" fmla="*/ 0 h 98"/>
                <a:gd name="T4" fmla="*/ 7 w 102"/>
                <a:gd name="T5" fmla="*/ 4 h 98"/>
                <a:gd name="T6" fmla="*/ 7 w 102"/>
                <a:gd name="T7" fmla="*/ 28 h 98"/>
                <a:gd name="T8" fmla="*/ 72 w 102"/>
                <a:gd name="T9" fmla="*/ 91 h 98"/>
                <a:gd name="T10" fmla="*/ 96 w 102"/>
                <a:gd name="T11" fmla="*/ 91 h 98"/>
                <a:gd name="T12" fmla="*/ 96 w 102"/>
                <a:gd name="T13" fmla="*/ 68 h 98"/>
                <a:gd name="T14" fmla="*/ 31 w 102"/>
                <a:gd name="T15" fmla="*/ 4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2" h="98">
                  <a:moveTo>
                    <a:pt x="31" y="4"/>
                  </a:moveTo>
                  <a:cubicBezTo>
                    <a:pt x="27" y="1"/>
                    <a:pt x="23" y="0"/>
                    <a:pt x="19" y="0"/>
                  </a:cubicBezTo>
                  <a:cubicBezTo>
                    <a:pt x="14" y="0"/>
                    <a:pt x="10" y="1"/>
                    <a:pt x="7" y="4"/>
                  </a:cubicBezTo>
                  <a:cubicBezTo>
                    <a:pt x="0" y="11"/>
                    <a:pt x="0" y="21"/>
                    <a:pt x="7" y="28"/>
                  </a:cubicBezTo>
                  <a:cubicBezTo>
                    <a:pt x="72" y="91"/>
                    <a:pt x="72" y="91"/>
                    <a:pt x="72" y="91"/>
                  </a:cubicBezTo>
                  <a:cubicBezTo>
                    <a:pt x="78" y="98"/>
                    <a:pt x="89" y="98"/>
                    <a:pt x="96" y="91"/>
                  </a:cubicBezTo>
                  <a:cubicBezTo>
                    <a:pt x="102" y="85"/>
                    <a:pt x="102" y="74"/>
                    <a:pt x="96" y="68"/>
                  </a:cubicBezTo>
                  <a:lnTo>
                    <a:pt x="31" y="4"/>
                  </a:lnTo>
                  <a:close/>
                </a:path>
              </a:pathLst>
            </a:custGeom>
            <a:grpFill/>
            <a:ln>
              <a:solidFill>
                <a:schemeClr val="accent6">
                  <a:lumMod val="75000"/>
                </a:schemeClr>
              </a:solidFill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chemeClr val="accent6">
                    <a:lumMod val="50000"/>
                  </a:schemeClr>
                </a:solidFill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 advClick="0"/>
    </mc:Choice>
    <mc:Fallback>
      <p:transition spd="med" advClick="0"/>
    </mc:Fallback>
  </mc:AlternateContent>
  <p:timing>
    <p:tnLst>
      <p:par>
        <p:cTn id="1" dur="indefinite" restart="never" nodeType="tmRoot"/>
      </p:par>
    </p:tnLst>
    <p:bldLst>
      <p:bldP spid="18" grpId="0"/>
      <p:bldP spid="17" grpId="0"/>
      <p:bldP spid="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标题 1"/>
          <p:cNvSpPr>
            <a:spLocks noGrp="1"/>
          </p:cNvSpPr>
          <p:nvPr/>
        </p:nvSpPr>
        <p:spPr>
          <a:xfrm>
            <a:off x="1420399" y="228600"/>
            <a:ext cx="3429000" cy="46609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rgbClr val="22603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800" dirty="0">
                <a:solidFill>
                  <a:schemeClr val="bg1"/>
                </a:solidFill>
                <a:latin typeface="+mn-ea"/>
                <a:ea typeface="+mn-ea"/>
                <a:cs typeface="+mn-ea"/>
                <a:sym typeface="+mn-ea"/>
              </a:rPr>
              <a:t>总结展望</a:t>
            </a:r>
            <a:endParaRPr lang="zh-CN" altLang="en-US" sz="2800" dirty="0">
              <a:solidFill>
                <a:schemeClr val="bg1"/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2" name="TextBox 76"/>
          <p:cNvSpPr txBox="1"/>
          <p:nvPr/>
        </p:nvSpPr>
        <p:spPr>
          <a:xfrm>
            <a:off x="771418" y="912310"/>
            <a:ext cx="17449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系统总结</a:t>
            </a:r>
            <a:endParaRPr lang="en-US" altLang="zh-CN" sz="2400" dirty="0">
              <a:solidFill>
                <a:schemeClr val="accent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217930" y="1738630"/>
            <a:ext cx="9282430" cy="3553460"/>
          </a:xfrm>
          <a:prstGeom prst="rect">
            <a:avLst/>
          </a:prstGeom>
        </p:spPr>
        <p:txBody>
          <a:bodyPr wrap="square">
            <a:spAutoFit/>
          </a:bodyPr>
          <a:p>
            <a:pPr indent="0" algn="just" defTabSz="266700" fontAlgn="auto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）系统集成</a:t>
            </a: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YOLO</a:t>
            </a:r>
            <a:r>
              <a:rPr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模型实现多类害虫自动识别与计数，结合</a:t>
            </a: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BP</a:t>
            </a:r>
            <a:r>
              <a:rPr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神经网络与气象数据，实现短期虫量预测与高峰日预测，为精准防治提供科学依据。</a:t>
            </a:r>
            <a:endParaRPr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0" algn="just" defTabSz="266700" fontAlgn="auto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0" algn="just" defTabSz="266700" fontAlgn="auto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）基于</a:t>
            </a: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Leaflet</a:t>
            </a:r>
            <a:r>
              <a:rPr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实现地图展示，直观呈现设备位置、识别与短期虫情预测结果及预警等级，便于用户快速掌握虫情动态。</a:t>
            </a:r>
            <a:endParaRPr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0" algn="just" defTabSz="266700" fontAlgn="auto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0" algn="just" defTabSz="266700" fontAlgn="auto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）系统具备良好扩展性，支持添加新模型与设备，以适应不同区域监测需求。</a:t>
            </a:r>
            <a:endParaRPr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 advClick="0"/>
    </mc:Choice>
    <mc:Fallback>
      <p:transition spd="med" advClick="0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标题 1"/>
          <p:cNvSpPr>
            <a:spLocks noGrp="1"/>
          </p:cNvSpPr>
          <p:nvPr/>
        </p:nvSpPr>
        <p:spPr>
          <a:xfrm>
            <a:off x="1420399" y="228600"/>
            <a:ext cx="3429000" cy="46609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rgbClr val="22603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800" dirty="0">
                <a:solidFill>
                  <a:schemeClr val="bg1"/>
                </a:solidFill>
                <a:latin typeface="+mn-ea"/>
                <a:ea typeface="+mn-ea"/>
                <a:cs typeface="+mn-ea"/>
                <a:sym typeface="+mn-ea"/>
              </a:rPr>
              <a:t>总结展望</a:t>
            </a:r>
            <a:endParaRPr lang="zh-CN" altLang="en-US" sz="2800" dirty="0">
              <a:solidFill>
                <a:schemeClr val="bg1"/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2" name="TextBox 76"/>
          <p:cNvSpPr txBox="1"/>
          <p:nvPr/>
        </p:nvSpPr>
        <p:spPr>
          <a:xfrm>
            <a:off x="771418" y="912310"/>
            <a:ext cx="17449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优化展望</a:t>
            </a:r>
            <a:endParaRPr lang="en-US" altLang="zh-CN" sz="2400" dirty="0">
              <a:solidFill>
                <a:schemeClr val="accent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535430" y="2537460"/>
            <a:ext cx="9282430" cy="2399665"/>
          </a:xfrm>
          <a:prstGeom prst="rect">
            <a:avLst/>
          </a:prstGeom>
        </p:spPr>
        <p:txBody>
          <a:bodyPr wrap="square">
            <a:spAutoFit/>
          </a:bodyPr>
          <a:p>
            <a:pPr marL="285750" indent="-285750" algn="just" defTabSz="266700" fontAlgn="auto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模型加载方面，采用模型热加载，减少系统内存占用。</a:t>
            </a:r>
            <a:endParaRPr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85750" indent="-285750" algn="just" defTabSz="266700" fontAlgn="auto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85750" indent="-285750" algn="just" defTabSz="266700" fontAlgn="auto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预测模型方面，实现模型接口的注册或者模型的反射调用，便于用户操作。</a:t>
            </a:r>
            <a:endParaRPr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85750" indent="-285750" algn="just" defTabSz="266700" fontAlgn="auto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85750" indent="-285750" algn="just" defTabSz="266700" fontAlgn="auto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接入现实设备，投入实际使用。</a:t>
            </a:r>
            <a:endParaRPr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 advClick="0"/>
    </mc:Choice>
    <mc:Fallback>
      <p:transition spd="med" advClick="0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标题 1"/>
          <p:cNvSpPr>
            <a:spLocks noGrp="1"/>
          </p:cNvSpPr>
          <p:nvPr/>
        </p:nvSpPr>
        <p:spPr>
          <a:xfrm>
            <a:off x="1420399" y="228600"/>
            <a:ext cx="3429000" cy="46609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rgbClr val="22603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800" dirty="0">
                <a:solidFill>
                  <a:schemeClr val="bg1"/>
                </a:solidFill>
                <a:latin typeface="+mn-ea"/>
                <a:ea typeface="+mn-ea"/>
                <a:cs typeface="+mn-ea"/>
              </a:rPr>
              <a:t>系统实现结果</a:t>
            </a:r>
            <a:endParaRPr lang="zh-CN" altLang="en-US" sz="2800" dirty="0">
              <a:solidFill>
                <a:schemeClr val="bg1"/>
              </a:solidFill>
              <a:latin typeface="+mn-ea"/>
              <a:ea typeface="+mn-ea"/>
              <a:cs typeface="+mn-ea"/>
            </a:endParaRPr>
          </a:p>
        </p:txBody>
      </p:sp>
      <p:pic>
        <p:nvPicPr>
          <p:cNvPr id="3" name="freecompress-毕设视频">
            <a:hlinkClick r:id="" action="ppaction://media"/>
          </p:cNvPr>
          <p:cNvPicPr/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-50165" y="694690"/>
            <a:ext cx="12242165" cy="61639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 advClick="0"/>
    </mc:Choice>
    <mc:Fallback>
      <p:transition spd="med" advClick="0"/>
    </mc:Fallback>
  </mc:AlternateContent>
  <p:timing>
    <p:tnLst>
      <p:par>
        <p:cTn id="1" dur="indefinite" restart="never" nodeType="tmRoot">
          <p:childTnLst>
            <p:video fullScrn="0">
              <p:cMediaNode>
                <p:cTn id="2" fill="hold" display="1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7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3"/>
          <p:cNvSpPr txBox="1">
            <a:spLocks noChangeArrowheads="1"/>
          </p:cNvSpPr>
          <p:nvPr/>
        </p:nvSpPr>
        <p:spPr bwMode="auto">
          <a:xfrm>
            <a:off x="3530600" y="2751455"/>
            <a:ext cx="6175375" cy="677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charset="-122"/>
              </a:defRPr>
            </a:lvl9pPr>
          </a:lstStyle>
          <a:p>
            <a:pPr algn="ctr"/>
            <a:r>
              <a:rPr lang="en-US" altLang="zh-CN" sz="4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THANKS</a:t>
            </a:r>
            <a:r>
              <a:rPr lang="zh-CN" altLang="en-US" sz="4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！</a:t>
            </a:r>
            <a:endParaRPr lang="zh-CN" altLang="en-US" sz="4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ctr"/>
            <a:r>
              <a:rPr lang="zh-CN" altLang="en-US" sz="4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敬请各位老师批评指正！</a:t>
            </a:r>
            <a:endParaRPr lang="zh-CN" altLang="en-US" sz="4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05443" y="2879809"/>
            <a:ext cx="5103123" cy="4252603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2356" y="1105597"/>
            <a:ext cx="4290190" cy="863066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8237221" y="4761562"/>
            <a:ext cx="3350142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 dirty="0">
                <a:solidFill>
                  <a:schemeClr val="tx1"/>
                </a:solidFill>
              </a:rPr>
              <a:t>汇报人：孟宇豪</a:t>
            </a:r>
            <a:endParaRPr lang="en-US" altLang="zh-CN" sz="2000" b="1" dirty="0">
              <a:solidFill>
                <a:schemeClr val="tx1"/>
              </a:solidFill>
            </a:endParaRPr>
          </a:p>
          <a:p>
            <a:pPr algn="ctr"/>
            <a:r>
              <a:rPr lang="zh-CN" altLang="en-US" sz="2000" b="1" dirty="0">
                <a:solidFill>
                  <a:schemeClr val="tx1"/>
                </a:solidFill>
              </a:rPr>
              <a:t>指导老师：蔚继承</a:t>
            </a:r>
            <a:endParaRPr lang="en-US" altLang="zh-CN" sz="2000" b="1" dirty="0">
              <a:solidFill>
                <a:schemeClr val="tx1"/>
              </a:solidFill>
            </a:endParaRPr>
          </a:p>
          <a:p>
            <a:pPr algn="ctr"/>
            <a:r>
              <a:rPr lang="zh-CN" altLang="en-US" sz="2000" b="1" dirty="0">
                <a:solidFill>
                  <a:schemeClr val="tx1"/>
                </a:solidFill>
              </a:rPr>
              <a:t>协助指导教师：胡祖庆</a:t>
            </a:r>
            <a:endParaRPr lang="en-US" altLang="zh-CN" sz="2000" b="1" dirty="0">
              <a:solidFill>
                <a:schemeClr val="tx1"/>
              </a:solidFill>
            </a:endParaRPr>
          </a:p>
          <a:p>
            <a:pPr algn="ctr"/>
            <a:r>
              <a:rPr lang="zh-CN" altLang="en-US" sz="2000" b="1" dirty="0">
                <a:solidFill>
                  <a:schemeClr val="tx1"/>
                </a:solidFill>
              </a:rPr>
              <a:t>日期： </a:t>
            </a:r>
            <a:r>
              <a:rPr lang="en-US" altLang="zh-CN" sz="2000" b="1" dirty="0">
                <a:solidFill>
                  <a:schemeClr val="tx1"/>
                </a:solidFill>
              </a:rPr>
              <a:t>2025</a:t>
            </a:r>
            <a:r>
              <a:rPr lang="zh-CN" altLang="en-US" sz="2000" b="1" dirty="0">
                <a:solidFill>
                  <a:schemeClr val="tx1"/>
                </a:solidFill>
              </a:rPr>
              <a:t>年</a:t>
            </a:r>
            <a:r>
              <a:rPr lang="en-US" altLang="zh-CN" sz="2000" b="1" dirty="0">
                <a:solidFill>
                  <a:schemeClr val="tx1"/>
                </a:solidFill>
              </a:rPr>
              <a:t>5</a:t>
            </a:r>
            <a:r>
              <a:rPr lang="zh-CN" altLang="en-US" sz="2000" b="1" dirty="0">
                <a:solidFill>
                  <a:schemeClr val="tx1"/>
                </a:solidFill>
              </a:rPr>
              <a:t>月</a:t>
            </a:r>
            <a:r>
              <a:rPr lang="en-US" altLang="zh-CN" sz="2000" b="1" dirty="0">
                <a:solidFill>
                  <a:schemeClr val="tx1"/>
                </a:solidFill>
              </a:rPr>
              <a:t>28</a:t>
            </a:r>
            <a:r>
              <a:rPr lang="zh-CN" altLang="en-US" sz="2000" b="1" dirty="0">
                <a:solidFill>
                  <a:schemeClr val="tx1"/>
                </a:solidFill>
              </a:rPr>
              <a:t>日 </a:t>
            </a:r>
            <a:endParaRPr lang="zh-CN" altLang="en-US" sz="20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 advClick="0"/>
    </mc:Choice>
    <mc:Fallback>
      <p:transition spd="med" advClick="0"/>
    </mc:Fallback>
  </mc:AlternateContent>
  <p:timing>
    <p:tnLst>
      <p:par>
        <p:cTn id="1" dur="indefinite" restart="never" nodeType="tmRoot"/>
      </p:par>
    </p:tnLst>
    <p:bldLst>
      <p:bldP spid="18" grpId="0" bldLvl="0" animBg="1"/>
    </p:bldLst>
  </p:timing>
</p:sld>
</file>

<file path=ppt/tags/tag1.xml><?xml version="1.0" encoding="utf-8"?>
<p:tagLst xmlns:p="http://schemas.openxmlformats.org/presentationml/2006/main">
  <p:tag name="KSO_WM_DIAGRAM_VIRTUALLY_FRAME" val="{&quot;height&quot;:440.7246456692913,&quot;left&quot;:471.49401574803153,&quot;top&quot;:40.06669291338583,&quot;width&quot;:392.1485826771653}"/>
</p:tagLst>
</file>

<file path=ppt/tags/tag2.xml><?xml version="1.0" encoding="utf-8"?>
<p:tagLst xmlns:p="http://schemas.openxmlformats.org/presentationml/2006/main">
  <p:tag name="KSO_WM_DIAGRAM_VIRTUALLY_FRAME" val="{&quot;height&quot;:440.7246456692913,&quot;left&quot;:471.49401574803153,&quot;top&quot;:40.06669291338583,&quot;width&quot;:392.1485826771653}"/>
</p:tagLst>
</file>

<file path=ppt/tags/tag3.xml><?xml version="1.0" encoding="utf-8"?>
<p:tagLst xmlns:p="http://schemas.openxmlformats.org/presentationml/2006/main">
  <p:tag name="KSO_WM_DIAGRAM_VIRTUALLY_FRAME" val="{&quot;height&quot;:440.7246456692913,&quot;left&quot;:471.49401574803153,&quot;top&quot;:40.06669291338583,&quot;width&quot;:392.1485826771653}"/>
</p:tagLst>
</file>

<file path=ppt/tags/tag4.xml><?xml version="1.0" encoding="utf-8"?>
<p:tagLst xmlns:p="http://schemas.openxmlformats.org/presentationml/2006/main">
  <p:tag name="KSO_WM_DIAGRAM_VIRTUALLY_FRAME" val="{&quot;height&quot;:440.7246456692913,&quot;left&quot;:471.49401574803153,&quot;top&quot;:40.06669291338583,&quot;width&quot;:392.1485826771653}"/>
</p:tagLst>
</file>

<file path=ppt/tags/tag5.xml><?xml version="1.0" encoding="utf-8"?>
<p:tagLst xmlns:p="http://schemas.openxmlformats.org/presentationml/2006/main">
  <p:tag name="KSO_WM_DIAGRAM_VIRTUALLY_FRAME" val="{&quot;height&quot;:440.7246456692913,&quot;left&quot;:471.49401574803153,&quot;top&quot;:40.06669291338583,&quot;width&quot;:392.1485826771653}"/>
</p:tagLst>
</file>

<file path=ppt/tags/tag6.xml><?xml version="1.0" encoding="utf-8"?>
<p:tagLst xmlns:p="http://schemas.openxmlformats.org/presentationml/2006/main">
  <p:tag name="KSO_WM_DIAGRAM_VIRTUALLY_FRAME" val="{&quot;height&quot;:440.7246456692913,&quot;left&quot;:471.49401574803153,&quot;top&quot;:40.06669291338583,&quot;width&quot;:392.1485826771653}"/>
</p:tagLst>
</file>

<file path=ppt/tags/tag7.xml><?xml version="1.0" encoding="utf-8"?>
<p:tagLst xmlns:p="http://schemas.openxmlformats.org/presentationml/2006/main">
  <p:tag name="KSO_WM_DIAGRAM_VIRTUALLY_FRAME" val="{&quot;height&quot;:440.7246456692913,&quot;left&quot;:471.49401574803153,&quot;top&quot;:40.06669291338583,&quot;width&quot;:392.1485826771653}"/>
</p:tagLst>
</file>

<file path=ppt/tags/tag8.xml><?xml version="1.0" encoding="utf-8"?>
<p:tagLst xmlns:p="http://schemas.openxmlformats.org/presentationml/2006/main">
  <p:tag name="KSO_WM_DIAGRAM_VIRTUALLY_FRAME" val="{&quot;height&quot;:440.7246456692913,&quot;left&quot;:471.49401574803153,&quot;top&quot;:40.06669291338583,&quot;width&quot;:392.1485826771653}"/>
</p:tagLst>
</file>

<file path=ppt/tags/tag9.xml><?xml version="1.0" encoding="utf-8"?>
<p:tagLst xmlns:p="http://schemas.openxmlformats.org/presentationml/2006/main">
  <p:tag name="KSO_WM_DIAGRAM_VIRTUALLY_FRAME" val="{&quot;height&quot;:440.7246456692913,&quot;left&quot;:471.49401574803153,&quot;top&quot;:40.06669291338583,&quot;width&quot;:392.1485826771653}"/>
</p:tagLst>
</file>

<file path=ppt/tags/tag10.xml><?xml version="1.0" encoding="utf-8"?>
<p:tagLst xmlns:p="http://schemas.openxmlformats.org/presentationml/2006/main">
  <p:tag name="KSO_WM_DIAGRAM_VIRTUALLY_FRAME" val="{&quot;height&quot;:440.7246456692913,&quot;left&quot;:471.49401574803153,&quot;top&quot;:40.06669291338583,&quot;width&quot;:392.1485826771653}"/>
</p:tagLst>
</file>

<file path=ppt/tags/tag11.xml><?xml version="1.0" encoding="utf-8"?>
<p:tagLst xmlns:p="http://schemas.openxmlformats.org/presentationml/2006/main">
  <p:tag name="KSO_WM_DIAGRAM_VIRTUALLY_FRAME" val="{&quot;height&quot;:440.7246456692913,&quot;left&quot;:471.49401574803153,&quot;top&quot;:40.06669291338583,&quot;width&quot;:392.1485826771653}"/>
</p:tagLst>
</file>

<file path=ppt/tags/tag12.xml><?xml version="1.0" encoding="utf-8"?>
<p:tagLst xmlns:p="http://schemas.openxmlformats.org/presentationml/2006/main">
  <p:tag name="KSO_WM_DIAGRAM_VIRTUALLY_FRAME" val="{&quot;height&quot;:440.7246456692913,&quot;left&quot;:471.49401574803153,&quot;top&quot;:40.06669291338583,&quot;width&quot;:392.1485826771653}"/>
</p:tagLst>
</file>

<file path=ppt/tags/tag13.xml><?xml version="1.0" encoding="utf-8"?>
<p:tagLst xmlns:p="http://schemas.openxmlformats.org/presentationml/2006/main">
  <p:tag name="KSO_WM_DIAGRAM_VIRTUALLY_FRAME" val="{&quot;height&quot;:440.7246456692913,&quot;left&quot;:471.49401574803153,&quot;top&quot;:40.06669291338583,&quot;width&quot;:392.1485826771653}"/>
</p:tagLst>
</file>

<file path=ppt/tags/tag14.xml><?xml version="1.0" encoding="utf-8"?>
<p:tagLst xmlns:p="http://schemas.openxmlformats.org/presentationml/2006/main">
  <p:tag name="KSO_WM_DIAGRAM_VIRTUALLY_FRAME" val="{&quot;height&quot;:440.7246456692913,&quot;left&quot;:471.49401574803153,&quot;top&quot;:40.06669291338583,&quot;width&quot;:392.1485826771653}"/>
</p:tagLst>
</file>

<file path=ppt/tags/tag15.xml><?xml version="1.0" encoding="utf-8"?>
<p:tagLst xmlns:p="http://schemas.openxmlformats.org/presentationml/2006/main">
  <p:tag name="KSO_WM_DIAGRAM_VIRTUALLY_FRAME" val="{&quot;height&quot;:440.7246456692913,&quot;left&quot;:471.49401574803153,&quot;top&quot;:40.06669291338583,&quot;width&quot;:392.1485826771653}"/>
</p:tagLst>
</file>

<file path=ppt/tags/tag16.xml><?xml version="1.0" encoding="utf-8"?>
<p:tagLst xmlns:p="http://schemas.openxmlformats.org/presentationml/2006/main">
  <p:tag name="KSO_WM_DIAGRAM_VIRTUALLY_FRAME" val="{&quot;height&quot;:440.7246456692913,&quot;left&quot;:471.49401574803153,&quot;top&quot;:40.06669291338583,&quot;width&quot;:392.1485826771653}"/>
</p:tagLst>
</file>

<file path=ppt/tags/tag17.xml><?xml version="1.0" encoding="utf-8"?>
<p:tagLst xmlns:p="http://schemas.openxmlformats.org/presentationml/2006/main">
  <p:tag name="KSO_WM_DIAGRAM_VIRTUALLY_FRAME" val="{&quot;height&quot;:440.7246456692913,&quot;left&quot;:471.49401574803153,&quot;top&quot;:40.06669291338583,&quot;width&quot;:392.1485826771653}"/>
</p:tagLst>
</file>

<file path=ppt/tags/tag18.xml><?xml version="1.0" encoding="utf-8"?>
<p:tagLst xmlns:p="http://schemas.openxmlformats.org/presentationml/2006/main">
  <p:tag name="KSO_WM_DIAGRAM_VIRTUALLY_FRAME" val="{&quot;height&quot;:440.7246456692913,&quot;left&quot;:471.49401574803153,&quot;top&quot;:40.06669291338583,&quot;width&quot;:392.1485826771653}"/>
</p:tagLst>
</file>

<file path=ppt/tags/tag19.xml><?xml version="1.0" encoding="utf-8"?>
<p:tagLst xmlns:p="http://schemas.openxmlformats.org/presentationml/2006/main">
  <p:tag name="KSO_WM_DIAGRAM_VIRTUALLY_FRAME" val="{&quot;height&quot;:440.7246456692913,&quot;left&quot;:471.49401574803153,&quot;top&quot;:40.06669291338583,&quot;width&quot;:392.1485826771653}"/>
</p:tagLst>
</file>

<file path=ppt/tags/tag20.xml><?xml version="1.0" encoding="utf-8"?>
<p:tagLst xmlns:p="http://schemas.openxmlformats.org/presentationml/2006/main">
  <p:tag name="KSO_WM_DIAGRAM_VIRTUALLY_FRAME" val="{&quot;height&quot;:440.7246456692913,&quot;left&quot;:471.49401574803153,&quot;top&quot;:40.06669291338583,&quot;width&quot;:392.1485826771653}"/>
</p:tagLst>
</file>

<file path=ppt/tags/tag21.xml><?xml version="1.0" encoding="utf-8"?>
<p:tagLst xmlns:p="http://schemas.openxmlformats.org/presentationml/2006/main">
  <p:tag name="KSO_WM_DIAGRAM_VIRTUALLY_FRAME" val="{&quot;height&quot;:440.7246456692913,&quot;left&quot;:471.49401574803153,&quot;top&quot;:40.06669291338583,&quot;width&quot;:392.1485826771653}"/>
</p:tagLst>
</file>

<file path=ppt/tags/tag22.xml><?xml version="1.0" encoding="utf-8"?>
<p:tagLst xmlns:p="http://schemas.openxmlformats.org/presentationml/2006/main">
  <p:tag name="KSO_WM_DIAGRAM_VIRTUALLY_FRAME" val="{&quot;height&quot;:440.7246456692913,&quot;left&quot;:471.49401574803153,&quot;top&quot;:40.06669291338583,&quot;width&quot;:392.1485826771653}"/>
</p:tagLst>
</file>

<file path=ppt/tags/tag23.xml><?xml version="1.0" encoding="utf-8"?>
<p:tagLst xmlns:p="http://schemas.openxmlformats.org/presentationml/2006/main">
  <p:tag name="KSO_WM_DIAGRAM_VIRTUALLY_FRAME" val="{&quot;height&quot;:440.7246456692913,&quot;left&quot;:471.49401574803153,&quot;top&quot;:40.06669291338583,&quot;width&quot;:392.1485826771653}"/>
</p:tagLst>
</file>

<file path=ppt/tags/tag24.xml><?xml version="1.0" encoding="utf-8"?>
<p:tagLst xmlns:p="http://schemas.openxmlformats.org/presentationml/2006/main">
  <p:tag name="KSO_WM_DIAGRAM_VIRTUALLY_FRAME" val="{&quot;height&quot;:440.7246456692913,&quot;left&quot;:471.49401574803153,&quot;top&quot;:40.06669291338583,&quot;width&quot;:392.1485826771653}"/>
</p:tagLst>
</file>

<file path=ppt/tags/tag25.xml><?xml version="1.0" encoding="utf-8"?>
<p:tagLst xmlns:p="http://schemas.openxmlformats.org/presentationml/2006/main">
  <p:tag name="KSO_WM_DIAGRAM_VIRTUALLY_FRAME" val="{&quot;height&quot;:440.7246456692913,&quot;left&quot;:471.49401574803153,&quot;top&quot;:40.06669291338583,&quot;width&quot;:392.1485826771653}"/>
</p:tagLst>
</file>

<file path=ppt/tags/tag26.xml><?xml version="1.0" encoding="utf-8"?>
<p:tagLst xmlns:p="http://schemas.openxmlformats.org/presentationml/2006/main">
  <p:tag name="KSO_WM_DIAGRAM_VIRTUALLY_FRAME" val="{&quot;height&quot;:440.7246456692913,&quot;left&quot;:471.49401574803153,&quot;top&quot;:40.06669291338583,&quot;width&quot;:392.1485826771653}"/>
</p:tagLst>
</file>

<file path=ppt/tags/tag27.xml><?xml version="1.0" encoding="utf-8"?>
<p:tagLst xmlns:p="http://schemas.openxmlformats.org/presentationml/2006/main">
  <p:tag name="KSO_WM_DIAGRAM_VIRTUALLY_FRAME" val="{&quot;height&quot;:440.7246456692913,&quot;left&quot;:471.49401574803153,&quot;top&quot;:40.06669291338583,&quot;width&quot;:392.1485826771653}"/>
</p:tagLst>
</file>

<file path=ppt/tags/tag28.xml><?xml version="1.0" encoding="utf-8"?>
<p:tagLst xmlns:p="http://schemas.openxmlformats.org/presentationml/2006/main">
  <p:tag name="KSO_WM_DIAGRAM_VIRTUALLY_FRAME" val="{&quot;height&quot;:440.7246456692913,&quot;left&quot;:471.49401574803153,&quot;top&quot;:40.06669291338583,&quot;width&quot;:392.1485826771653}"/>
</p:tagLst>
</file>

<file path=ppt/tags/tag29.xml><?xml version="1.0" encoding="utf-8"?>
<p:tagLst xmlns:p="http://schemas.openxmlformats.org/presentationml/2006/main">
  <p:tag name="KSO_WM_DIAGRAM_VIRTUALLY_FRAME" val="{&quot;height&quot;:440.7246456692913,&quot;left&quot;:471.49401574803153,&quot;top&quot;:40.06669291338583,&quot;width&quot;:392.1485826771653}"/>
</p:tagLst>
</file>

<file path=ppt/tags/tag30.xml><?xml version="1.0" encoding="utf-8"?>
<p:tagLst xmlns:p="http://schemas.openxmlformats.org/presentationml/2006/main">
  <p:tag name="KSO_WM_DIAGRAM_VIRTUALLY_FRAME" val="{&quot;height&quot;:440.7246456692913,&quot;left&quot;:471.49401574803153,&quot;top&quot;:40.06669291338583,&quot;width&quot;:392.1485826771653}"/>
</p:tagLst>
</file>

<file path=ppt/tags/tag31.xml><?xml version="1.0" encoding="utf-8"?>
<p:tagLst xmlns:p="http://schemas.openxmlformats.org/presentationml/2006/main">
  <p:tag name="KSO_WM_DIAGRAM_VIRTUALLY_FRAME" val="{&quot;height&quot;:440.7246456692913,&quot;left&quot;:471.49401574803153,&quot;top&quot;:40.06669291338583,&quot;width&quot;:392.1485826771653}"/>
</p:tagLst>
</file>

<file path=ppt/tags/tag32.xml><?xml version="1.0" encoding="utf-8"?>
<p:tagLst xmlns:p="http://schemas.openxmlformats.org/presentationml/2006/main">
  <p:tag name="KSO_WM_DIAGRAM_VIRTUALLY_FRAME" val="{&quot;height&quot;:440.7246456692913,&quot;left&quot;:471.49401574803153,&quot;top&quot;:40.06669291338583,&quot;width&quot;:392.1485826771653}"/>
</p:tagLst>
</file>

<file path=ppt/tags/tag33.xml><?xml version="1.0" encoding="utf-8"?>
<p:tagLst xmlns:p="http://schemas.openxmlformats.org/presentationml/2006/main">
  <p:tag name="KSO_WM_DIAGRAM_VIRTUALLY_FRAME" val="{&quot;height&quot;:440.7246456692913,&quot;left&quot;:471.49401574803153,&quot;top&quot;:40.06669291338583,&quot;width&quot;:392.1485826771653}"/>
</p:tagLst>
</file>

<file path=ppt/tags/tag34.xml><?xml version="1.0" encoding="utf-8"?>
<p:tagLst xmlns:p="http://schemas.openxmlformats.org/presentationml/2006/main">
  <p:tag name="KSO_WM_DIAGRAM_VIRTUALLY_FRAME" val="{&quot;height&quot;:440.7246456692913,&quot;left&quot;:471.49401574803153,&quot;top&quot;:40.06669291338583,&quot;width&quot;:392.1485826771653}"/>
</p:tagLst>
</file>

<file path=ppt/tags/tag35.xml><?xml version="1.0" encoding="utf-8"?>
<p:tagLst xmlns:p="http://schemas.openxmlformats.org/presentationml/2006/main">
  <p:tag name="KSO_WM_DIAGRAM_VIRTUALLY_FRAME" val="{&quot;height&quot;:440.7246456692913,&quot;left&quot;:471.49401574803153,&quot;top&quot;:40.06669291338583,&quot;width&quot;:392.1485826771653}"/>
</p:tagLst>
</file>

<file path=ppt/tags/tag36.xml><?xml version="1.0" encoding="utf-8"?>
<p:tagLst xmlns:p="http://schemas.openxmlformats.org/presentationml/2006/main">
  <p:tag name="KSO_WM_DIAGRAM_VIRTUALLY_FRAME" val="{&quot;height&quot;:440.7246456692913,&quot;left&quot;:471.49401574803153,&quot;top&quot;:40.06669291338583,&quot;width&quot;:392.1485826771653}"/>
</p:tagLst>
</file>

<file path=ppt/tags/tag37.xml><?xml version="1.0" encoding="utf-8"?>
<p:tagLst xmlns:p="http://schemas.openxmlformats.org/presentationml/2006/main">
  <p:tag name="KSO_WM_DIAGRAM_VIRTUALLY_FRAME" val="{&quot;height&quot;:440.7246456692913,&quot;left&quot;:471.49401574803153,&quot;top&quot;:40.06669291338583,&quot;width&quot;:392.1485826771653}"/>
</p:tagLst>
</file>

<file path=ppt/tags/tag38.xml><?xml version="1.0" encoding="utf-8"?>
<p:tagLst xmlns:p="http://schemas.openxmlformats.org/presentationml/2006/main">
  <p:tag name="KSO_WM_DIAGRAM_VIRTUALLY_FRAME" val="{&quot;height&quot;:440.7246456692913,&quot;left&quot;:471.49401574803153,&quot;top&quot;:40.06669291338583,&quot;width&quot;:392.1485826771653}"/>
</p:tagLst>
</file>

<file path=ppt/tags/tag39.xml><?xml version="1.0" encoding="utf-8"?>
<p:tagLst xmlns:p="http://schemas.openxmlformats.org/presentationml/2006/main">
  <p:tag name="KSO_WM_DIAGRAM_VIRTUALLY_FRAME" val="{&quot;height&quot;:440.7246456692913,&quot;left&quot;:471.49401574803153,&quot;top&quot;:40.06669291338583,&quot;width&quot;:392.1485826771653}"/>
</p:tagLst>
</file>

<file path=ppt/tags/tag40.xml><?xml version="1.0" encoding="utf-8"?>
<p:tagLst xmlns:p="http://schemas.openxmlformats.org/presentationml/2006/main">
  <p:tag name="KSO_WM_DIAGRAM_VIRTUALLY_FRAME" val="{&quot;height&quot;:440.7246456692913,&quot;left&quot;:471.49401574803153,&quot;top&quot;:40.06669291338583,&quot;width&quot;:392.1485826771653}"/>
</p:tagLst>
</file>

<file path=ppt/tags/tag41.xml><?xml version="1.0" encoding="utf-8"?>
<p:tagLst xmlns:p="http://schemas.openxmlformats.org/presentationml/2006/main">
  <p:tag name="KSO_WM_DIAGRAM_VIRTUALLY_FRAME" val="{&quot;height&quot;:440.7246456692913,&quot;left&quot;:471.49401574803153,&quot;top&quot;:40.06669291338583,&quot;width&quot;:392.1485826771653}"/>
</p:tagLst>
</file>

<file path=ppt/tags/tag42.xml><?xml version="1.0" encoding="utf-8"?>
<p:tagLst xmlns:p="http://schemas.openxmlformats.org/presentationml/2006/main">
  <p:tag name="KSO_WM_DIAGRAM_VIRTUALLY_FRAME" val="{&quot;height&quot;:440.7246456692913,&quot;left&quot;:471.49401574803153,&quot;top&quot;:40.06669291338583,&quot;width&quot;:392.1485826771653}"/>
</p:tagLst>
</file>

<file path=ppt/tags/tag43.xml><?xml version="1.0" encoding="utf-8"?>
<p:tagLst xmlns:p="http://schemas.openxmlformats.org/presentationml/2006/main">
  <p:tag name="KSO_WM_DIAGRAM_VIRTUALLY_FRAME" val="{&quot;height&quot;:440.7246456692913,&quot;left&quot;:471.49401574803153,&quot;top&quot;:40.06669291338583,&quot;width&quot;:392.1485826771653}"/>
</p:tagLst>
</file>

<file path=ppt/tags/tag44.xml><?xml version="1.0" encoding="utf-8"?>
<p:tagLst xmlns:p="http://schemas.openxmlformats.org/presentationml/2006/main">
  <p:tag name="KSO_WM_DIAGRAM_VIRTUALLY_FRAME" val="{&quot;height&quot;:440.7246456692913,&quot;left&quot;:471.49401574803153,&quot;top&quot;:40.06669291338583,&quot;width&quot;:392.1485826771653}"/>
</p:tagLst>
</file>

<file path=ppt/tags/tag45.xml><?xml version="1.0" encoding="utf-8"?>
<p:tagLst xmlns:p="http://schemas.openxmlformats.org/presentationml/2006/main">
  <p:tag name="KSO_WM_DIAGRAM_VIRTUALLY_FRAME" val="{&quot;height&quot;:440.7246456692913,&quot;left&quot;:471.49401574803153,&quot;top&quot;:40.06669291338583,&quot;width&quot;:392.1485826771653}"/>
</p:tagLst>
</file>

<file path=ppt/tags/tag46.xml><?xml version="1.0" encoding="utf-8"?>
<p:tagLst xmlns:p="http://schemas.openxmlformats.org/presentationml/2006/main">
  <p:tag name="KSO_WM_DIAGRAM_VIRTUALLY_FRAME" val="{&quot;height&quot;:440.7246456692913,&quot;left&quot;:471.49401574803153,&quot;top&quot;:40.06669291338583,&quot;width&quot;:392.1485826771653}"/>
</p:tagLst>
</file>

<file path=ppt/tags/tag47.xml><?xml version="1.0" encoding="utf-8"?>
<p:tagLst xmlns:p="http://schemas.openxmlformats.org/presentationml/2006/main">
  <p:tag name="KSO_WM_DIAGRAM_VIRTUALLY_FRAME" val="{&quot;height&quot;:440.7246456692913,&quot;left&quot;:471.49401574803153,&quot;top&quot;:40.06669291338583,&quot;width&quot;:392.1485826771653}"/>
</p:tagLst>
</file>

<file path=ppt/tags/tag48.xml><?xml version="1.0" encoding="utf-8"?>
<p:tagLst xmlns:p="http://schemas.openxmlformats.org/presentationml/2006/main">
  <p:tag name="KSO_WM_DIAGRAM_VIRTUALLY_FRAME" val="{&quot;height&quot;:440.7246456692913,&quot;left&quot;:471.49401574803153,&quot;top&quot;:40.06669291338583,&quot;width&quot;:392.1485826771653}"/>
</p:tagLst>
</file>

<file path=ppt/tags/tag49.xml><?xml version="1.0" encoding="utf-8"?>
<p:tagLst xmlns:p="http://schemas.openxmlformats.org/presentationml/2006/main">
  <p:tag name="KSO_WM_DIAGRAM_VIRTUALLY_FRAME" val="{&quot;height&quot;:440.7246456692913,&quot;left&quot;:471.49401574803153,&quot;top&quot;:40.06669291338583,&quot;width&quot;:392.1485826771653}"/>
</p:tagLst>
</file>

<file path=ppt/tags/tag50.xml><?xml version="1.0" encoding="utf-8"?>
<p:tagLst xmlns:p="http://schemas.openxmlformats.org/presentationml/2006/main">
  <p:tag name="KSO_WM_DIAGRAM_VIRTUALLY_FRAME" val="{&quot;height&quot;:440.7246456692913,&quot;left&quot;:471.49401574803153,&quot;top&quot;:40.06669291338583,&quot;width&quot;:392.1485826771653}"/>
</p:tagLst>
</file>

<file path=ppt/tags/tag51.xml><?xml version="1.0" encoding="utf-8"?>
<p:tagLst xmlns:p="http://schemas.openxmlformats.org/presentationml/2006/main">
  <p:tag name="KSO_WM_DIAGRAM_VIRTUALLY_FRAME" val="{&quot;height&quot;:440.7246456692913,&quot;left&quot;:471.49401574803153,&quot;top&quot;:40.06669291338583,&quot;width&quot;:392.1485826771653}"/>
</p:tagLst>
</file>

<file path=ppt/tags/tag52.xml><?xml version="1.0" encoding="utf-8"?>
<p:tagLst xmlns:p="http://schemas.openxmlformats.org/presentationml/2006/main">
  <p:tag name="KSO_WM_DIAGRAM_VIRTUALLY_FRAME" val="{&quot;height&quot;:440.7246456692913,&quot;left&quot;:471.49401574803153,&quot;top&quot;:40.06669291338583,&quot;width&quot;:392.1485826771653}"/>
</p:tagLst>
</file>

<file path=ppt/tags/tag53.xml><?xml version="1.0" encoding="utf-8"?>
<p:tagLst xmlns:p="http://schemas.openxmlformats.org/presentationml/2006/main">
  <p:tag name="ISPRING_SCORM_RATE_SLIDES" val="0"/>
  <p:tag name="ISPRING_SCORM_PASSING_SCORE" val="0.000000"/>
  <p:tag name="ISPRING_ULTRA_SCORM_COURSE_ID" val="85D4C0EE-F5D3-4F79-89DB-BA8688CAB693"/>
  <p:tag name="ISPRINGONLINEFOLDERID" val="0"/>
  <p:tag name="ISPRINGONLINEFOLDERPATH" val="Content List"/>
  <p:tag name="ISPRINGCLOUDFOLDERID" val="0"/>
  <p:tag name="ISPRINGCLOUDFOLDERPATH" val="Repository"/>
  <p:tag name="ISPRING_PRESENTATION_TITLE" val="演示文稿2"/>
  <p:tag name="ISPRING_FIRST_PUBLISH" val="1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  <p:tag name="ISPRING_OUTPUT_FOLDER" val="E:\新建文件夹\新建文件夹 (2)"/>
  <p:tag name="ISPRING_SCORM_RATE_QUIZZES" val="0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snxw0po">
      <a:majorFont>
        <a:latin typeface="Arial"/>
        <a:ea typeface="方正黑体_GBK"/>
        <a:cs typeface=""/>
      </a:majorFont>
      <a:minorFont>
        <a:latin typeface="Arial"/>
        <a:ea typeface="方正黑体_GBK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snxw0po">
      <a:majorFont>
        <a:latin typeface="Arial"/>
        <a:ea typeface="方正黑体_GBK"/>
        <a:cs typeface=""/>
      </a:majorFont>
      <a:minorFont>
        <a:latin typeface="Arial"/>
        <a:ea typeface="方正黑体_GBK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1435</Words>
  <Application>WPS 演示</Application>
  <PresentationFormat>宽屏</PresentationFormat>
  <Paragraphs>141</Paragraphs>
  <Slides>18</Slides>
  <Notes>25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18</vt:i4>
      </vt:variant>
    </vt:vector>
  </HeadingPairs>
  <TitlesOfParts>
    <vt:vector size="36" baseType="lpstr">
      <vt:lpstr>Arial</vt:lpstr>
      <vt:lpstr>宋体</vt:lpstr>
      <vt:lpstr>Wingdings</vt:lpstr>
      <vt:lpstr>微软雅黑 Light</vt:lpstr>
      <vt:lpstr>微软雅黑</vt:lpstr>
      <vt:lpstr>腾祥铁山楷书简</vt:lpstr>
      <vt:lpstr>Times New Roman</vt:lpstr>
      <vt:lpstr>方正静蕾简体</vt:lpstr>
      <vt:lpstr>华文隶书</vt:lpstr>
      <vt:lpstr>Impact</vt:lpstr>
      <vt:lpstr>华文琥珀</vt:lpstr>
      <vt:lpstr>Times New Roman</vt:lpstr>
      <vt:lpstr>方正黑体_GBK</vt:lpstr>
      <vt:lpstr>Arial Unicode MS</vt:lpstr>
      <vt:lpstr>Calibri</vt:lpstr>
      <vt:lpstr>黑体</vt:lpstr>
      <vt:lpstr>Office 主题</vt:lpstr>
      <vt:lpstr>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演示文稿2</dc:title>
  <dc:creator>yj</dc:creator>
  <cp:lastModifiedBy>为了阿尔吉侬的荣耀</cp:lastModifiedBy>
  <cp:revision>237</cp:revision>
  <dcterms:created xsi:type="dcterms:W3CDTF">2017-08-03T09:01:00Z</dcterms:created>
  <dcterms:modified xsi:type="dcterms:W3CDTF">2025-05-27T11:36:45Z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2052-12.1.0.21171</vt:lpwstr>
  </property>
  <property fmtid="{D5CDD505-2E9C-101B-9397-08002B2CF9AE}" pid="3" name="ICV">
    <vt:lpwstr>1E85EB5F9957421DB2F70E56076F5B09_12</vt:lpwstr>
  </property>
</Properties>
</file>